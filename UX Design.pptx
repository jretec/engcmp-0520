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57"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60000"/>
    <a:srgbClr val="5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FE4CB8-FBA1-47AC-8A13-2D6269F1BDC6}" v="22" dt="2026-09-28T00:44:39.7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9" d="100"/>
          <a:sy n="69" d="100"/>
        </p:scale>
        <p:origin x="56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driguez Espinal, Javier" userId="d5efbdcf-e087-44d9-b470-ea1d59a76c77" providerId="ADAL" clId="{15785771-A0CF-4853-87A7-5663FA3CC589}"/>
    <pc:docChg chg="undo custSel addSld modSld sldOrd modMainMaster">
      <pc:chgData name="Rodriguez Espinal, Javier" userId="d5efbdcf-e087-44d9-b470-ea1d59a76c77" providerId="ADAL" clId="{15785771-A0CF-4853-87A7-5663FA3CC589}" dt="2026-09-28T00:44:45.867" v="1915" actId="20577"/>
      <pc:docMkLst>
        <pc:docMk/>
      </pc:docMkLst>
      <pc:sldChg chg="addSp delSp modSp mod setBg">
        <pc:chgData name="Rodriguez Espinal, Javier" userId="d5efbdcf-e087-44d9-b470-ea1d59a76c77" providerId="ADAL" clId="{15785771-A0CF-4853-87A7-5663FA3CC589}" dt="2026-09-27T01:47:02.350" v="368" actId="22"/>
        <pc:sldMkLst>
          <pc:docMk/>
          <pc:sldMk cId="1527168517" sldId="256"/>
        </pc:sldMkLst>
        <pc:spChg chg="mod">
          <ac:chgData name="Rodriguez Espinal, Javier" userId="d5efbdcf-e087-44d9-b470-ea1d59a76c77" providerId="ADAL" clId="{15785771-A0CF-4853-87A7-5663FA3CC589}" dt="2026-09-15T22:49:38.324" v="304" actId="1076"/>
          <ac:spMkLst>
            <pc:docMk/>
            <pc:sldMk cId="1527168517" sldId="256"/>
            <ac:spMk id="2" creationId="{D4FF88CC-722C-0BEC-72AB-A5507873E175}"/>
          </ac:spMkLst>
        </pc:spChg>
        <pc:spChg chg="mod">
          <ac:chgData name="Rodriguez Espinal, Javier" userId="d5efbdcf-e087-44d9-b470-ea1d59a76c77" providerId="ADAL" clId="{15785771-A0CF-4853-87A7-5663FA3CC589}" dt="2026-09-15T21:46:37.506" v="34" actId="113"/>
          <ac:spMkLst>
            <pc:docMk/>
            <pc:sldMk cId="1527168517" sldId="256"/>
            <ac:spMk id="3" creationId="{D73C0E99-1BA5-AF59-C83C-95F9B38F5E81}"/>
          </ac:spMkLst>
        </pc:spChg>
        <pc:spChg chg="add mod">
          <ac:chgData name="Rodriguez Espinal, Javier" userId="d5efbdcf-e087-44d9-b470-ea1d59a76c77" providerId="ADAL" clId="{15785771-A0CF-4853-87A7-5663FA3CC589}" dt="2026-09-15T22:50:53.720" v="313" actId="1076"/>
          <ac:spMkLst>
            <pc:docMk/>
            <pc:sldMk cId="1527168517" sldId="256"/>
            <ac:spMk id="4" creationId="{D0EDEC31-306B-14CE-D4E4-F7848AAB5AF9}"/>
          </ac:spMkLst>
        </pc:spChg>
        <pc:spChg chg="add mod">
          <ac:chgData name="Rodriguez Espinal, Javier" userId="d5efbdcf-e087-44d9-b470-ea1d59a76c77" providerId="ADAL" clId="{15785771-A0CF-4853-87A7-5663FA3CC589}" dt="2026-09-15T22:51:18.368" v="317" actId="1076"/>
          <ac:spMkLst>
            <pc:docMk/>
            <pc:sldMk cId="1527168517" sldId="256"/>
            <ac:spMk id="6" creationId="{2945215E-73F1-07DC-7E72-0D524E4F9DE1}"/>
          </ac:spMkLst>
        </pc:spChg>
        <pc:spChg chg="add del">
          <ac:chgData name="Rodriguez Espinal, Javier" userId="d5efbdcf-e087-44d9-b470-ea1d59a76c77" providerId="ADAL" clId="{15785771-A0CF-4853-87A7-5663FA3CC589}" dt="2026-09-27T01:47:02.350" v="368" actId="22"/>
          <ac:spMkLst>
            <pc:docMk/>
            <pc:sldMk cId="1527168517" sldId="256"/>
            <ac:spMk id="7" creationId="{B8DDFC72-FE1B-CB3C-8CFB-C176670689C3}"/>
          </ac:spMkLst>
        </pc:spChg>
        <pc:spChg chg="add mod">
          <ac:chgData name="Rodriguez Espinal, Javier" userId="d5efbdcf-e087-44d9-b470-ea1d59a76c77" providerId="ADAL" clId="{15785771-A0CF-4853-87A7-5663FA3CC589}" dt="2026-09-22T18:51:39.280" v="318" actId="1076"/>
          <ac:spMkLst>
            <pc:docMk/>
            <pc:sldMk cId="1527168517" sldId="256"/>
            <ac:spMk id="8" creationId="{891639D8-9CCE-729C-CAD1-FDAE0C4BBEBF}"/>
          </ac:spMkLst>
        </pc:spChg>
        <pc:spChg chg="add">
          <ac:chgData name="Rodriguez Espinal, Javier" userId="d5efbdcf-e087-44d9-b470-ea1d59a76c77" providerId="ADAL" clId="{15785771-A0CF-4853-87A7-5663FA3CC589}" dt="2026-09-15T22:51:12.378" v="316" actId="22"/>
          <ac:spMkLst>
            <pc:docMk/>
            <pc:sldMk cId="1527168517" sldId="256"/>
            <ac:spMk id="10" creationId="{211BE15A-E5B4-0E5F-9AF2-7D50BE03E2E4}"/>
          </ac:spMkLst>
        </pc:spChg>
      </pc:sldChg>
      <pc:sldChg chg="addSp delSp modSp mod ord setBg modClrScheme delDesignElem chgLayout">
        <pc:chgData name="Rodriguez Espinal, Javier" userId="d5efbdcf-e087-44d9-b470-ea1d59a76c77" providerId="ADAL" clId="{15785771-A0CF-4853-87A7-5663FA3CC589}" dt="2026-09-27T12:37:21.891" v="1911"/>
        <pc:sldMkLst>
          <pc:docMk/>
          <pc:sldMk cId="458505731" sldId="257"/>
        </pc:sldMkLst>
        <pc:spChg chg="mod ord">
          <ac:chgData name="Rodriguez Espinal, Javier" userId="d5efbdcf-e087-44d9-b470-ea1d59a76c77" providerId="ADAL" clId="{15785771-A0CF-4853-87A7-5663FA3CC589}" dt="2026-09-27T04:34:54.461" v="1747" actId="14100"/>
          <ac:spMkLst>
            <pc:docMk/>
            <pc:sldMk cId="458505731" sldId="257"/>
            <ac:spMk id="2" creationId="{696EF425-B18B-572B-DB28-DE592C2258BA}"/>
          </ac:spMkLst>
        </pc:spChg>
        <pc:spChg chg="add del mod">
          <ac:chgData name="Rodriguez Espinal, Javier" userId="d5efbdcf-e087-44d9-b470-ea1d59a76c77" providerId="ADAL" clId="{15785771-A0CF-4853-87A7-5663FA3CC589}" dt="2026-09-27T12:37:21.891" v="1911"/>
          <ac:spMkLst>
            <pc:docMk/>
            <pc:sldMk cId="458505731" sldId="257"/>
            <ac:spMk id="3" creationId="{C267606A-D4F7-2A3E-0269-4EDDD0801174}"/>
          </ac:spMkLst>
        </pc:spChg>
        <pc:spChg chg="add mod">
          <ac:chgData name="Rodriguez Espinal, Javier" userId="d5efbdcf-e087-44d9-b470-ea1d59a76c77" providerId="ADAL" clId="{15785771-A0CF-4853-87A7-5663FA3CC589}" dt="2026-09-27T12:37:02.114" v="1908" actId="14100"/>
          <ac:spMkLst>
            <pc:docMk/>
            <pc:sldMk cId="458505731" sldId="257"/>
            <ac:spMk id="14" creationId="{2AA309D9-A21B-19E8-010A-6C81AE0E1341}"/>
          </ac:spMkLst>
        </pc:spChg>
        <pc:spChg chg="add mod">
          <ac:chgData name="Rodriguez Espinal, Javier" userId="d5efbdcf-e087-44d9-b470-ea1d59a76c77" providerId="ADAL" clId="{15785771-A0CF-4853-87A7-5663FA3CC589}" dt="2026-09-27T12:37:06.203" v="1909" actId="14100"/>
          <ac:spMkLst>
            <pc:docMk/>
            <pc:sldMk cId="458505731" sldId="257"/>
            <ac:spMk id="16" creationId="{D9439BFA-7C23-DE69-9CB9-B2A943AE2385}"/>
          </ac:spMkLst>
        </pc:spChg>
        <pc:spChg chg="add mod">
          <ac:chgData name="Rodriguez Espinal, Javier" userId="d5efbdcf-e087-44d9-b470-ea1d59a76c77" providerId="ADAL" clId="{15785771-A0CF-4853-87A7-5663FA3CC589}" dt="2026-09-27T12:36:47.451" v="1906" actId="120"/>
          <ac:spMkLst>
            <pc:docMk/>
            <pc:sldMk cId="458505731" sldId="257"/>
            <ac:spMk id="19" creationId="{52DF992B-9084-DA51-3A09-DC64E38AE17C}"/>
          </ac:spMkLst>
        </pc:spChg>
        <pc:picChg chg="add mod ord">
          <ac:chgData name="Rodriguez Espinal, Javier" userId="d5efbdcf-e087-44d9-b470-ea1d59a76c77" providerId="ADAL" clId="{15785771-A0CF-4853-87A7-5663FA3CC589}" dt="2026-09-15T21:58:58.293" v="129" actId="1076"/>
          <ac:picMkLst>
            <pc:docMk/>
            <pc:sldMk cId="458505731" sldId="257"/>
            <ac:picMk id="11" creationId="{6A461D9B-96A3-3DA9-837F-CB377B4EB360}"/>
          </ac:picMkLst>
        </pc:picChg>
        <pc:picChg chg="add mod">
          <ac:chgData name="Rodriguez Espinal, Javier" userId="d5efbdcf-e087-44d9-b470-ea1d59a76c77" providerId="ADAL" clId="{15785771-A0CF-4853-87A7-5663FA3CC589}" dt="2026-09-15T21:59:05.598" v="130" actId="1076"/>
          <ac:picMkLst>
            <pc:docMk/>
            <pc:sldMk cId="458505731" sldId="257"/>
            <ac:picMk id="12" creationId="{326C6C5D-ED61-310E-B26F-3D7FDAAE4167}"/>
          </ac:picMkLst>
        </pc:picChg>
        <pc:picChg chg="add mod">
          <ac:chgData name="Rodriguez Espinal, Javier" userId="d5efbdcf-e087-44d9-b470-ea1d59a76c77" providerId="ADAL" clId="{15785771-A0CF-4853-87A7-5663FA3CC589}" dt="2026-09-15T21:59:13.501" v="132" actId="1076"/>
          <ac:picMkLst>
            <pc:docMk/>
            <pc:sldMk cId="458505731" sldId="257"/>
            <ac:picMk id="13" creationId="{71FFA95D-CB4B-15A8-A926-F4D30F81FD96}"/>
          </ac:picMkLst>
        </pc:picChg>
      </pc:sldChg>
      <pc:sldChg chg="modSp add mod">
        <pc:chgData name="Rodriguez Espinal, Javier" userId="d5efbdcf-e087-44d9-b470-ea1d59a76c77" providerId="ADAL" clId="{15785771-A0CF-4853-87A7-5663FA3CC589}" dt="2026-09-27T04:34:00.616" v="1741" actId="1076"/>
        <pc:sldMkLst>
          <pc:docMk/>
          <pc:sldMk cId="2219625253" sldId="258"/>
        </pc:sldMkLst>
        <pc:spChg chg="mod">
          <ac:chgData name="Rodriguez Espinal, Javier" userId="d5efbdcf-e087-44d9-b470-ea1d59a76c77" providerId="ADAL" clId="{15785771-A0CF-4853-87A7-5663FA3CC589}" dt="2026-09-27T04:34:00.616" v="1741" actId="1076"/>
          <ac:spMkLst>
            <pc:docMk/>
            <pc:sldMk cId="2219625253" sldId="258"/>
            <ac:spMk id="2" creationId="{1A7403EF-392A-6BAF-51A3-26D87BA425D6}"/>
          </ac:spMkLst>
        </pc:spChg>
      </pc:sldChg>
      <pc:sldChg chg="addSp delSp modSp new mod ord">
        <pc:chgData name="Rodriguez Espinal, Javier" userId="d5efbdcf-e087-44d9-b470-ea1d59a76c77" providerId="ADAL" clId="{15785771-A0CF-4853-87A7-5663FA3CC589}" dt="2026-09-27T04:38:19.849" v="1748" actId="1076"/>
        <pc:sldMkLst>
          <pc:docMk/>
          <pc:sldMk cId="3879371352" sldId="259"/>
        </pc:sldMkLst>
        <pc:spChg chg="mod">
          <ac:chgData name="Rodriguez Espinal, Javier" userId="d5efbdcf-e087-44d9-b470-ea1d59a76c77" providerId="ADAL" clId="{15785771-A0CF-4853-87A7-5663FA3CC589}" dt="2026-09-27T04:34:09.641" v="1742" actId="1076"/>
          <ac:spMkLst>
            <pc:docMk/>
            <pc:sldMk cId="3879371352" sldId="259"/>
            <ac:spMk id="2" creationId="{48981F44-31A2-3763-B21F-06852045CFF5}"/>
          </ac:spMkLst>
        </pc:spChg>
        <pc:spChg chg="mod">
          <ac:chgData name="Rodriguez Espinal, Javier" userId="d5efbdcf-e087-44d9-b470-ea1d59a76c77" providerId="ADAL" clId="{15785771-A0CF-4853-87A7-5663FA3CC589}" dt="2026-09-27T03:56:20.372" v="1578" actId="1076"/>
          <ac:spMkLst>
            <pc:docMk/>
            <pc:sldMk cId="3879371352" sldId="259"/>
            <ac:spMk id="3" creationId="{219B9282-C581-41B1-8581-E8C2A21B0E45}"/>
          </ac:spMkLst>
        </pc:spChg>
        <pc:spChg chg="add mod">
          <ac:chgData name="Rodriguez Espinal, Javier" userId="d5efbdcf-e087-44d9-b470-ea1d59a76c77" providerId="ADAL" clId="{15785771-A0CF-4853-87A7-5663FA3CC589}" dt="2026-09-27T04:38:19.849" v="1748" actId="1076"/>
          <ac:spMkLst>
            <pc:docMk/>
            <pc:sldMk cId="3879371352" sldId="259"/>
            <ac:spMk id="4" creationId="{05FD5E16-E3C8-22B1-84EF-617407829E1F}"/>
          </ac:spMkLst>
        </pc:spChg>
        <pc:spChg chg="add del mod">
          <ac:chgData name="Rodriguez Espinal, Javier" userId="d5efbdcf-e087-44d9-b470-ea1d59a76c77" providerId="ADAL" clId="{15785771-A0CF-4853-87A7-5663FA3CC589}" dt="2026-09-27T03:08:26.411" v="1322" actId="767"/>
          <ac:spMkLst>
            <pc:docMk/>
            <pc:sldMk cId="3879371352" sldId="259"/>
            <ac:spMk id="5" creationId="{FBA15873-F286-4265-2234-96004272CA5A}"/>
          </ac:spMkLst>
        </pc:spChg>
        <pc:spChg chg="add mod">
          <ac:chgData name="Rodriguez Espinal, Javier" userId="d5efbdcf-e087-44d9-b470-ea1d59a76c77" providerId="ADAL" clId="{15785771-A0CF-4853-87A7-5663FA3CC589}" dt="2026-09-27T04:38:19.849" v="1748" actId="1076"/>
          <ac:spMkLst>
            <pc:docMk/>
            <pc:sldMk cId="3879371352" sldId="259"/>
            <ac:spMk id="7" creationId="{1E76B0D0-4ADB-91D4-C552-581FAB44BAA2}"/>
          </ac:spMkLst>
        </pc:spChg>
        <pc:spChg chg="add del">
          <ac:chgData name="Rodriguez Espinal, Javier" userId="d5efbdcf-e087-44d9-b470-ea1d59a76c77" providerId="ADAL" clId="{15785771-A0CF-4853-87A7-5663FA3CC589}" dt="2026-09-27T03:52:42.204" v="1528" actId="22"/>
          <ac:spMkLst>
            <pc:docMk/>
            <pc:sldMk cId="3879371352" sldId="259"/>
            <ac:spMk id="9" creationId="{C1316C53-3CBE-02CB-2095-3E99A032EEAD}"/>
          </ac:spMkLst>
        </pc:spChg>
        <pc:spChg chg="add mod">
          <ac:chgData name="Rodriguez Espinal, Javier" userId="d5efbdcf-e087-44d9-b470-ea1d59a76c77" providerId="ADAL" clId="{15785771-A0CF-4853-87A7-5663FA3CC589}" dt="2026-09-27T04:38:19.849" v="1748" actId="1076"/>
          <ac:spMkLst>
            <pc:docMk/>
            <pc:sldMk cId="3879371352" sldId="259"/>
            <ac:spMk id="11" creationId="{DC3A1B55-B581-D267-9382-A7EAB82CE5B2}"/>
          </ac:spMkLst>
        </pc:spChg>
      </pc:sldChg>
      <pc:sldChg chg="addSp delSp modSp new mod">
        <pc:chgData name="Rodriguez Espinal, Javier" userId="d5efbdcf-e087-44d9-b470-ea1d59a76c77" providerId="ADAL" clId="{15785771-A0CF-4853-87A7-5663FA3CC589}" dt="2026-09-27T04:33:46.218" v="1740" actId="1076"/>
        <pc:sldMkLst>
          <pc:docMk/>
          <pc:sldMk cId="3866486146" sldId="260"/>
        </pc:sldMkLst>
        <pc:spChg chg="mod">
          <ac:chgData name="Rodriguez Espinal, Javier" userId="d5efbdcf-e087-44d9-b470-ea1d59a76c77" providerId="ADAL" clId="{15785771-A0CF-4853-87A7-5663FA3CC589}" dt="2026-09-27T04:33:46.218" v="1740" actId="1076"/>
          <ac:spMkLst>
            <pc:docMk/>
            <pc:sldMk cId="3866486146" sldId="260"/>
            <ac:spMk id="2" creationId="{1B12DDF0-E860-707D-AF58-E1FF56CD3202}"/>
          </ac:spMkLst>
        </pc:spChg>
        <pc:spChg chg="del">
          <ac:chgData name="Rodriguez Espinal, Javier" userId="d5efbdcf-e087-44d9-b470-ea1d59a76c77" providerId="ADAL" clId="{15785771-A0CF-4853-87A7-5663FA3CC589}" dt="2026-09-27T03:42:04.108" v="1476" actId="931"/>
          <ac:spMkLst>
            <pc:docMk/>
            <pc:sldMk cId="3866486146" sldId="260"/>
            <ac:spMk id="3" creationId="{1CA693CC-2662-2C99-44A6-BC124EB40C04}"/>
          </ac:spMkLst>
        </pc:spChg>
        <pc:picChg chg="add mod ord">
          <ac:chgData name="Rodriguez Espinal, Javier" userId="d5efbdcf-e087-44d9-b470-ea1d59a76c77" providerId="ADAL" clId="{15785771-A0CF-4853-87A7-5663FA3CC589}" dt="2026-09-27T03:43:42.508" v="1482" actId="1076"/>
          <ac:picMkLst>
            <pc:docMk/>
            <pc:sldMk cId="3866486146" sldId="260"/>
            <ac:picMk id="5" creationId="{5BC92BA9-CD70-B865-68B0-141FAC04A3DD}"/>
          </ac:picMkLst>
        </pc:picChg>
      </pc:sldChg>
      <pc:sldChg chg="modSp add mod">
        <pc:chgData name="Rodriguez Espinal, Javier" userId="d5efbdcf-e087-44d9-b470-ea1d59a76c77" providerId="ADAL" clId="{15785771-A0CF-4853-87A7-5663FA3CC589}" dt="2026-09-28T00:44:45.867" v="1915" actId="20577"/>
        <pc:sldMkLst>
          <pc:docMk/>
          <pc:sldMk cId="908450624" sldId="261"/>
        </pc:sldMkLst>
        <pc:spChg chg="mod">
          <ac:chgData name="Rodriguez Espinal, Javier" userId="d5efbdcf-e087-44d9-b470-ea1d59a76c77" providerId="ADAL" clId="{15785771-A0CF-4853-87A7-5663FA3CC589}" dt="2026-09-27T04:33:32.325" v="1738" actId="1076"/>
          <ac:spMkLst>
            <pc:docMk/>
            <pc:sldMk cId="908450624" sldId="261"/>
            <ac:spMk id="2" creationId="{E2AE6C00-E994-C9BA-40BB-1BBFE73A4F59}"/>
          </ac:spMkLst>
        </pc:spChg>
        <pc:spChg chg="mod">
          <ac:chgData name="Rodriguez Espinal, Javier" userId="d5efbdcf-e087-44d9-b470-ea1d59a76c77" providerId="ADAL" clId="{15785771-A0CF-4853-87A7-5663FA3CC589}" dt="2026-09-28T00:44:45.867" v="1915" actId="20577"/>
          <ac:spMkLst>
            <pc:docMk/>
            <pc:sldMk cId="908450624" sldId="261"/>
            <ac:spMk id="3" creationId="{A74EA5D4-92B5-3258-0D37-DB033B64AAFC}"/>
          </ac:spMkLst>
        </pc:spChg>
      </pc:sldChg>
      <pc:sldMasterChg chg="setBg modSldLayout">
        <pc:chgData name="Rodriguez Espinal, Javier" userId="d5efbdcf-e087-44d9-b470-ea1d59a76c77" providerId="ADAL" clId="{15785771-A0CF-4853-87A7-5663FA3CC589}" dt="2026-09-15T21:56:16.771" v="81"/>
        <pc:sldMasterMkLst>
          <pc:docMk/>
          <pc:sldMasterMk cId="4034812431" sldId="2147483648"/>
        </pc:sldMasterMkLst>
        <pc:sldLayoutChg chg="setBg">
          <pc:chgData name="Rodriguez Espinal, Javier" userId="d5efbdcf-e087-44d9-b470-ea1d59a76c77" providerId="ADAL" clId="{15785771-A0CF-4853-87A7-5663FA3CC589}" dt="2026-09-15T21:56:16.771" v="81"/>
          <pc:sldLayoutMkLst>
            <pc:docMk/>
            <pc:sldMasterMk cId="4034812431" sldId="2147483648"/>
            <pc:sldLayoutMk cId="332293743" sldId="2147483649"/>
          </pc:sldLayoutMkLst>
        </pc:sldLayoutChg>
        <pc:sldLayoutChg chg="setBg">
          <pc:chgData name="Rodriguez Espinal, Javier" userId="d5efbdcf-e087-44d9-b470-ea1d59a76c77" providerId="ADAL" clId="{15785771-A0CF-4853-87A7-5663FA3CC589}" dt="2026-09-15T21:56:16.771" v="81"/>
          <pc:sldLayoutMkLst>
            <pc:docMk/>
            <pc:sldMasterMk cId="4034812431" sldId="2147483648"/>
            <pc:sldLayoutMk cId="1719547340" sldId="2147483650"/>
          </pc:sldLayoutMkLst>
        </pc:sldLayoutChg>
        <pc:sldLayoutChg chg="setBg">
          <pc:chgData name="Rodriguez Espinal, Javier" userId="d5efbdcf-e087-44d9-b470-ea1d59a76c77" providerId="ADAL" clId="{15785771-A0CF-4853-87A7-5663FA3CC589}" dt="2026-09-15T21:56:16.771" v="81"/>
          <pc:sldLayoutMkLst>
            <pc:docMk/>
            <pc:sldMasterMk cId="4034812431" sldId="2147483648"/>
            <pc:sldLayoutMk cId="555582069" sldId="2147483651"/>
          </pc:sldLayoutMkLst>
        </pc:sldLayoutChg>
        <pc:sldLayoutChg chg="setBg">
          <pc:chgData name="Rodriguez Espinal, Javier" userId="d5efbdcf-e087-44d9-b470-ea1d59a76c77" providerId="ADAL" clId="{15785771-A0CF-4853-87A7-5663FA3CC589}" dt="2026-09-15T21:56:16.771" v="81"/>
          <pc:sldLayoutMkLst>
            <pc:docMk/>
            <pc:sldMasterMk cId="4034812431" sldId="2147483648"/>
            <pc:sldLayoutMk cId="969698202" sldId="2147483652"/>
          </pc:sldLayoutMkLst>
        </pc:sldLayoutChg>
        <pc:sldLayoutChg chg="setBg">
          <pc:chgData name="Rodriguez Espinal, Javier" userId="d5efbdcf-e087-44d9-b470-ea1d59a76c77" providerId="ADAL" clId="{15785771-A0CF-4853-87A7-5663FA3CC589}" dt="2026-09-15T21:56:16.771" v="81"/>
          <pc:sldLayoutMkLst>
            <pc:docMk/>
            <pc:sldMasterMk cId="4034812431" sldId="2147483648"/>
            <pc:sldLayoutMk cId="2017262672" sldId="2147483653"/>
          </pc:sldLayoutMkLst>
        </pc:sldLayoutChg>
        <pc:sldLayoutChg chg="setBg">
          <pc:chgData name="Rodriguez Espinal, Javier" userId="d5efbdcf-e087-44d9-b470-ea1d59a76c77" providerId="ADAL" clId="{15785771-A0CF-4853-87A7-5663FA3CC589}" dt="2026-09-15T21:56:16.771" v="81"/>
          <pc:sldLayoutMkLst>
            <pc:docMk/>
            <pc:sldMasterMk cId="4034812431" sldId="2147483648"/>
            <pc:sldLayoutMk cId="3028384754" sldId="2147483654"/>
          </pc:sldLayoutMkLst>
        </pc:sldLayoutChg>
        <pc:sldLayoutChg chg="setBg">
          <pc:chgData name="Rodriguez Espinal, Javier" userId="d5efbdcf-e087-44d9-b470-ea1d59a76c77" providerId="ADAL" clId="{15785771-A0CF-4853-87A7-5663FA3CC589}" dt="2026-09-15T21:56:16.771" v="81"/>
          <pc:sldLayoutMkLst>
            <pc:docMk/>
            <pc:sldMasterMk cId="4034812431" sldId="2147483648"/>
            <pc:sldLayoutMk cId="1923094278" sldId="2147483655"/>
          </pc:sldLayoutMkLst>
        </pc:sldLayoutChg>
        <pc:sldLayoutChg chg="setBg">
          <pc:chgData name="Rodriguez Espinal, Javier" userId="d5efbdcf-e087-44d9-b470-ea1d59a76c77" providerId="ADAL" clId="{15785771-A0CF-4853-87A7-5663FA3CC589}" dt="2026-09-15T21:56:16.771" v="81"/>
          <pc:sldLayoutMkLst>
            <pc:docMk/>
            <pc:sldMasterMk cId="4034812431" sldId="2147483648"/>
            <pc:sldLayoutMk cId="2217587827" sldId="2147483656"/>
          </pc:sldLayoutMkLst>
        </pc:sldLayoutChg>
        <pc:sldLayoutChg chg="setBg">
          <pc:chgData name="Rodriguez Espinal, Javier" userId="d5efbdcf-e087-44d9-b470-ea1d59a76c77" providerId="ADAL" clId="{15785771-A0CF-4853-87A7-5663FA3CC589}" dt="2026-09-15T21:56:16.771" v="81"/>
          <pc:sldLayoutMkLst>
            <pc:docMk/>
            <pc:sldMasterMk cId="4034812431" sldId="2147483648"/>
            <pc:sldLayoutMk cId="3706712684" sldId="2147483657"/>
          </pc:sldLayoutMkLst>
        </pc:sldLayoutChg>
        <pc:sldLayoutChg chg="setBg">
          <pc:chgData name="Rodriguez Espinal, Javier" userId="d5efbdcf-e087-44d9-b470-ea1d59a76c77" providerId="ADAL" clId="{15785771-A0CF-4853-87A7-5663FA3CC589}" dt="2026-09-15T21:56:16.771" v="81"/>
          <pc:sldLayoutMkLst>
            <pc:docMk/>
            <pc:sldMasterMk cId="4034812431" sldId="2147483648"/>
            <pc:sldLayoutMk cId="386552074" sldId="2147483658"/>
          </pc:sldLayoutMkLst>
        </pc:sldLayoutChg>
        <pc:sldLayoutChg chg="setBg">
          <pc:chgData name="Rodriguez Espinal, Javier" userId="d5efbdcf-e087-44d9-b470-ea1d59a76c77" providerId="ADAL" clId="{15785771-A0CF-4853-87A7-5663FA3CC589}" dt="2026-09-15T21:56:16.771" v="81"/>
          <pc:sldLayoutMkLst>
            <pc:docMk/>
            <pc:sldMasterMk cId="4034812431" sldId="2147483648"/>
            <pc:sldLayoutMk cId="4239037193" sldId="21474836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62F30-5352-8D9C-FD1F-9DEB1B5D9A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D92322-DD7D-567C-63DD-483F5606DE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A4ED661-83C5-035D-0E1A-3D8DA0F7831C}"/>
              </a:ext>
            </a:extLst>
          </p:cNvPr>
          <p:cNvSpPr>
            <a:spLocks noGrp="1"/>
          </p:cNvSpPr>
          <p:nvPr>
            <p:ph type="dt" sz="half" idx="10"/>
          </p:nvPr>
        </p:nvSpPr>
        <p:spPr/>
        <p:txBody>
          <a:bodyPr/>
          <a:lstStyle/>
          <a:p>
            <a:fld id="{112C1F4F-D874-437E-B7FD-16CF52CB1B95}" type="datetimeFigureOut">
              <a:rPr lang="en-US" smtClean="0"/>
              <a:t>9/26/2026</a:t>
            </a:fld>
            <a:endParaRPr lang="en-US"/>
          </a:p>
        </p:txBody>
      </p:sp>
      <p:sp>
        <p:nvSpPr>
          <p:cNvPr id="5" name="Footer Placeholder 4">
            <a:extLst>
              <a:ext uri="{FF2B5EF4-FFF2-40B4-BE49-F238E27FC236}">
                <a16:creationId xmlns:a16="http://schemas.microsoft.com/office/drawing/2014/main" id="{8B27B688-8D71-7E6D-1102-02C52AD323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18EAD2-F075-D9CB-41CB-18A18C985437}"/>
              </a:ext>
            </a:extLst>
          </p:cNvPr>
          <p:cNvSpPr>
            <a:spLocks noGrp="1"/>
          </p:cNvSpPr>
          <p:nvPr>
            <p:ph type="sldNum" sz="quarter" idx="12"/>
          </p:nvPr>
        </p:nvSpPr>
        <p:spPr/>
        <p:txBody>
          <a:bodyPr/>
          <a:lstStyle/>
          <a:p>
            <a:fld id="{6E273D90-65B5-47F0-9168-B6B6F04AD25A}" type="slidenum">
              <a:rPr lang="en-US" smtClean="0"/>
              <a:t>‹#›</a:t>
            </a:fld>
            <a:endParaRPr lang="en-US"/>
          </a:p>
        </p:txBody>
      </p:sp>
    </p:spTree>
    <p:extLst>
      <p:ext uri="{BB962C8B-B14F-4D97-AF65-F5344CB8AC3E}">
        <p14:creationId xmlns:p14="http://schemas.microsoft.com/office/powerpoint/2010/main" val="332293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D2379-1ED7-E4BB-EE26-C8C133F066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DDB27A-3055-717A-BDAB-FE835D18DE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B04325-F43C-CD3A-9FDB-F0A175214EE8}"/>
              </a:ext>
            </a:extLst>
          </p:cNvPr>
          <p:cNvSpPr>
            <a:spLocks noGrp="1"/>
          </p:cNvSpPr>
          <p:nvPr>
            <p:ph type="dt" sz="half" idx="10"/>
          </p:nvPr>
        </p:nvSpPr>
        <p:spPr/>
        <p:txBody>
          <a:bodyPr/>
          <a:lstStyle/>
          <a:p>
            <a:fld id="{112C1F4F-D874-437E-B7FD-16CF52CB1B95}" type="datetimeFigureOut">
              <a:rPr lang="en-US" smtClean="0"/>
              <a:t>9/26/2026</a:t>
            </a:fld>
            <a:endParaRPr lang="en-US"/>
          </a:p>
        </p:txBody>
      </p:sp>
      <p:sp>
        <p:nvSpPr>
          <p:cNvPr id="5" name="Footer Placeholder 4">
            <a:extLst>
              <a:ext uri="{FF2B5EF4-FFF2-40B4-BE49-F238E27FC236}">
                <a16:creationId xmlns:a16="http://schemas.microsoft.com/office/drawing/2014/main" id="{983C59FB-DB67-62AF-4AC9-CE8AE081FA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7845CA-3A94-7123-2A8B-8034C3527471}"/>
              </a:ext>
            </a:extLst>
          </p:cNvPr>
          <p:cNvSpPr>
            <a:spLocks noGrp="1"/>
          </p:cNvSpPr>
          <p:nvPr>
            <p:ph type="sldNum" sz="quarter" idx="12"/>
          </p:nvPr>
        </p:nvSpPr>
        <p:spPr/>
        <p:txBody>
          <a:bodyPr/>
          <a:lstStyle/>
          <a:p>
            <a:fld id="{6E273D90-65B5-47F0-9168-B6B6F04AD25A}" type="slidenum">
              <a:rPr lang="en-US" smtClean="0"/>
              <a:t>‹#›</a:t>
            </a:fld>
            <a:endParaRPr lang="en-US"/>
          </a:p>
        </p:txBody>
      </p:sp>
    </p:spTree>
    <p:extLst>
      <p:ext uri="{BB962C8B-B14F-4D97-AF65-F5344CB8AC3E}">
        <p14:creationId xmlns:p14="http://schemas.microsoft.com/office/powerpoint/2010/main" val="1719547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6D72E-7C31-F0C5-3F1D-836B6FFBA4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023B80-63D9-59EA-5BA0-E3B6FD0037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6A3229-3208-C088-C6E3-D064B80B0604}"/>
              </a:ext>
            </a:extLst>
          </p:cNvPr>
          <p:cNvSpPr>
            <a:spLocks noGrp="1"/>
          </p:cNvSpPr>
          <p:nvPr>
            <p:ph type="dt" sz="half" idx="10"/>
          </p:nvPr>
        </p:nvSpPr>
        <p:spPr/>
        <p:txBody>
          <a:bodyPr/>
          <a:lstStyle/>
          <a:p>
            <a:fld id="{112C1F4F-D874-437E-B7FD-16CF52CB1B95}" type="datetimeFigureOut">
              <a:rPr lang="en-US" smtClean="0"/>
              <a:t>9/26/2026</a:t>
            </a:fld>
            <a:endParaRPr lang="en-US"/>
          </a:p>
        </p:txBody>
      </p:sp>
      <p:sp>
        <p:nvSpPr>
          <p:cNvPr id="5" name="Footer Placeholder 4">
            <a:extLst>
              <a:ext uri="{FF2B5EF4-FFF2-40B4-BE49-F238E27FC236}">
                <a16:creationId xmlns:a16="http://schemas.microsoft.com/office/drawing/2014/main" id="{2F7AC59E-3E89-4E49-8509-87F6547A04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DB3AA-C5CA-27CC-276D-33CA324B6A51}"/>
              </a:ext>
            </a:extLst>
          </p:cNvPr>
          <p:cNvSpPr>
            <a:spLocks noGrp="1"/>
          </p:cNvSpPr>
          <p:nvPr>
            <p:ph type="sldNum" sz="quarter" idx="12"/>
          </p:nvPr>
        </p:nvSpPr>
        <p:spPr/>
        <p:txBody>
          <a:bodyPr/>
          <a:lstStyle/>
          <a:p>
            <a:fld id="{6E273D90-65B5-47F0-9168-B6B6F04AD25A}" type="slidenum">
              <a:rPr lang="en-US" smtClean="0"/>
              <a:t>‹#›</a:t>
            </a:fld>
            <a:endParaRPr lang="en-US"/>
          </a:p>
        </p:txBody>
      </p:sp>
    </p:spTree>
    <p:extLst>
      <p:ext uri="{BB962C8B-B14F-4D97-AF65-F5344CB8AC3E}">
        <p14:creationId xmlns:p14="http://schemas.microsoft.com/office/powerpoint/2010/main" val="555582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50AD9-D714-3081-3F4A-AEA8FE80DD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4D8BC53-0748-6048-1F0A-11F0C52DA1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8DC610-FB85-886B-7790-9BE8FCA8D9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0CEA2FF-5BCE-9C04-2530-7691E584F30D}"/>
              </a:ext>
            </a:extLst>
          </p:cNvPr>
          <p:cNvSpPr>
            <a:spLocks noGrp="1"/>
          </p:cNvSpPr>
          <p:nvPr>
            <p:ph type="dt" sz="half" idx="10"/>
          </p:nvPr>
        </p:nvSpPr>
        <p:spPr/>
        <p:txBody>
          <a:bodyPr/>
          <a:lstStyle/>
          <a:p>
            <a:fld id="{112C1F4F-D874-437E-B7FD-16CF52CB1B95}" type="datetimeFigureOut">
              <a:rPr lang="en-US" smtClean="0"/>
              <a:t>9/26/2026</a:t>
            </a:fld>
            <a:endParaRPr lang="en-US"/>
          </a:p>
        </p:txBody>
      </p:sp>
      <p:sp>
        <p:nvSpPr>
          <p:cNvPr id="6" name="Footer Placeholder 5">
            <a:extLst>
              <a:ext uri="{FF2B5EF4-FFF2-40B4-BE49-F238E27FC236}">
                <a16:creationId xmlns:a16="http://schemas.microsoft.com/office/drawing/2014/main" id="{005673B4-7A17-7F76-602E-79C2267F50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FA18AE-682C-5511-F8F2-4A044B247C52}"/>
              </a:ext>
            </a:extLst>
          </p:cNvPr>
          <p:cNvSpPr>
            <a:spLocks noGrp="1"/>
          </p:cNvSpPr>
          <p:nvPr>
            <p:ph type="sldNum" sz="quarter" idx="12"/>
          </p:nvPr>
        </p:nvSpPr>
        <p:spPr/>
        <p:txBody>
          <a:bodyPr/>
          <a:lstStyle/>
          <a:p>
            <a:fld id="{6E273D90-65B5-47F0-9168-B6B6F04AD25A}" type="slidenum">
              <a:rPr lang="en-US" smtClean="0"/>
              <a:t>‹#›</a:t>
            </a:fld>
            <a:endParaRPr lang="en-US"/>
          </a:p>
        </p:txBody>
      </p:sp>
    </p:spTree>
    <p:extLst>
      <p:ext uri="{BB962C8B-B14F-4D97-AF65-F5344CB8AC3E}">
        <p14:creationId xmlns:p14="http://schemas.microsoft.com/office/powerpoint/2010/main" val="969698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C74C-472D-7814-5F4B-3400FACDF0B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3AEA7F9-D445-C672-749F-35A83F4668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096538-FC73-F9F8-413E-C6B55C4414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235456-E325-3199-900F-354E912E74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DA9D09-EDEE-F615-9CA6-68A32EF5A9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46BD2F-388F-9D05-E07B-CF9DBE2EF973}"/>
              </a:ext>
            </a:extLst>
          </p:cNvPr>
          <p:cNvSpPr>
            <a:spLocks noGrp="1"/>
          </p:cNvSpPr>
          <p:nvPr>
            <p:ph type="dt" sz="half" idx="10"/>
          </p:nvPr>
        </p:nvSpPr>
        <p:spPr/>
        <p:txBody>
          <a:bodyPr/>
          <a:lstStyle/>
          <a:p>
            <a:fld id="{112C1F4F-D874-437E-B7FD-16CF52CB1B95}" type="datetimeFigureOut">
              <a:rPr lang="en-US" smtClean="0"/>
              <a:t>9/26/2026</a:t>
            </a:fld>
            <a:endParaRPr lang="en-US"/>
          </a:p>
        </p:txBody>
      </p:sp>
      <p:sp>
        <p:nvSpPr>
          <p:cNvPr id="8" name="Footer Placeholder 7">
            <a:extLst>
              <a:ext uri="{FF2B5EF4-FFF2-40B4-BE49-F238E27FC236}">
                <a16:creationId xmlns:a16="http://schemas.microsoft.com/office/drawing/2014/main" id="{58561195-7696-37A1-B12E-0661F6B4FB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D9E906-CCB7-57A7-197A-DDE6D049461A}"/>
              </a:ext>
            </a:extLst>
          </p:cNvPr>
          <p:cNvSpPr>
            <a:spLocks noGrp="1"/>
          </p:cNvSpPr>
          <p:nvPr>
            <p:ph type="sldNum" sz="quarter" idx="12"/>
          </p:nvPr>
        </p:nvSpPr>
        <p:spPr/>
        <p:txBody>
          <a:bodyPr/>
          <a:lstStyle/>
          <a:p>
            <a:fld id="{6E273D90-65B5-47F0-9168-B6B6F04AD25A}" type="slidenum">
              <a:rPr lang="en-US" smtClean="0"/>
              <a:t>‹#›</a:t>
            </a:fld>
            <a:endParaRPr lang="en-US"/>
          </a:p>
        </p:txBody>
      </p:sp>
    </p:spTree>
    <p:extLst>
      <p:ext uri="{BB962C8B-B14F-4D97-AF65-F5344CB8AC3E}">
        <p14:creationId xmlns:p14="http://schemas.microsoft.com/office/powerpoint/2010/main" val="2017262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F1659-DFA7-6310-2FA7-4BD758E801A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80C209-9726-A677-68D4-90FB2E0C3F5A}"/>
              </a:ext>
            </a:extLst>
          </p:cNvPr>
          <p:cNvSpPr>
            <a:spLocks noGrp="1"/>
          </p:cNvSpPr>
          <p:nvPr>
            <p:ph type="dt" sz="half" idx="10"/>
          </p:nvPr>
        </p:nvSpPr>
        <p:spPr/>
        <p:txBody>
          <a:bodyPr/>
          <a:lstStyle/>
          <a:p>
            <a:fld id="{112C1F4F-D874-437E-B7FD-16CF52CB1B95}" type="datetimeFigureOut">
              <a:rPr lang="en-US" smtClean="0"/>
              <a:t>9/26/2026</a:t>
            </a:fld>
            <a:endParaRPr lang="en-US"/>
          </a:p>
        </p:txBody>
      </p:sp>
      <p:sp>
        <p:nvSpPr>
          <p:cNvPr id="4" name="Footer Placeholder 3">
            <a:extLst>
              <a:ext uri="{FF2B5EF4-FFF2-40B4-BE49-F238E27FC236}">
                <a16:creationId xmlns:a16="http://schemas.microsoft.com/office/drawing/2014/main" id="{A6C3B10D-8324-1CC2-C26F-A2A6A5A8DE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EB6112-DC27-0C05-2AD1-F8C48DAA13EB}"/>
              </a:ext>
            </a:extLst>
          </p:cNvPr>
          <p:cNvSpPr>
            <a:spLocks noGrp="1"/>
          </p:cNvSpPr>
          <p:nvPr>
            <p:ph type="sldNum" sz="quarter" idx="12"/>
          </p:nvPr>
        </p:nvSpPr>
        <p:spPr/>
        <p:txBody>
          <a:bodyPr/>
          <a:lstStyle/>
          <a:p>
            <a:fld id="{6E273D90-65B5-47F0-9168-B6B6F04AD25A}" type="slidenum">
              <a:rPr lang="en-US" smtClean="0"/>
              <a:t>‹#›</a:t>
            </a:fld>
            <a:endParaRPr lang="en-US"/>
          </a:p>
        </p:txBody>
      </p:sp>
    </p:spTree>
    <p:extLst>
      <p:ext uri="{BB962C8B-B14F-4D97-AF65-F5344CB8AC3E}">
        <p14:creationId xmlns:p14="http://schemas.microsoft.com/office/powerpoint/2010/main" val="3028384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8EE12C1-6A39-AE71-67EA-189B8B7D598C}"/>
              </a:ext>
            </a:extLst>
          </p:cNvPr>
          <p:cNvSpPr>
            <a:spLocks noGrp="1"/>
          </p:cNvSpPr>
          <p:nvPr>
            <p:ph type="dt" sz="half" idx="10"/>
          </p:nvPr>
        </p:nvSpPr>
        <p:spPr/>
        <p:txBody>
          <a:bodyPr/>
          <a:lstStyle/>
          <a:p>
            <a:fld id="{112C1F4F-D874-437E-B7FD-16CF52CB1B95}" type="datetimeFigureOut">
              <a:rPr lang="en-US" smtClean="0"/>
              <a:t>9/26/2026</a:t>
            </a:fld>
            <a:endParaRPr lang="en-US"/>
          </a:p>
        </p:txBody>
      </p:sp>
      <p:sp>
        <p:nvSpPr>
          <p:cNvPr id="3" name="Footer Placeholder 2">
            <a:extLst>
              <a:ext uri="{FF2B5EF4-FFF2-40B4-BE49-F238E27FC236}">
                <a16:creationId xmlns:a16="http://schemas.microsoft.com/office/drawing/2014/main" id="{82FB0001-02B5-0EB9-4C62-1975301C8C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418BD0-6131-4C79-32E1-326C95D29EE9}"/>
              </a:ext>
            </a:extLst>
          </p:cNvPr>
          <p:cNvSpPr>
            <a:spLocks noGrp="1"/>
          </p:cNvSpPr>
          <p:nvPr>
            <p:ph type="sldNum" sz="quarter" idx="12"/>
          </p:nvPr>
        </p:nvSpPr>
        <p:spPr/>
        <p:txBody>
          <a:bodyPr/>
          <a:lstStyle/>
          <a:p>
            <a:fld id="{6E273D90-65B5-47F0-9168-B6B6F04AD25A}" type="slidenum">
              <a:rPr lang="en-US" smtClean="0"/>
              <a:t>‹#›</a:t>
            </a:fld>
            <a:endParaRPr lang="en-US"/>
          </a:p>
        </p:txBody>
      </p:sp>
    </p:spTree>
    <p:extLst>
      <p:ext uri="{BB962C8B-B14F-4D97-AF65-F5344CB8AC3E}">
        <p14:creationId xmlns:p14="http://schemas.microsoft.com/office/powerpoint/2010/main" val="1923094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BD8F9-539D-5921-CB0B-E3BA1928E6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E082AC-3BB3-33CB-3AC3-BB1432307A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C25075A-CA0D-DF87-730F-17B91E51DE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2F5FA0-2196-1628-9369-2DD4BF2D1E66}"/>
              </a:ext>
            </a:extLst>
          </p:cNvPr>
          <p:cNvSpPr>
            <a:spLocks noGrp="1"/>
          </p:cNvSpPr>
          <p:nvPr>
            <p:ph type="dt" sz="half" idx="10"/>
          </p:nvPr>
        </p:nvSpPr>
        <p:spPr/>
        <p:txBody>
          <a:bodyPr/>
          <a:lstStyle/>
          <a:p>
            <a:fld id="{112C1F4F-D874-437E-B7FD-16CF52CB1B95}" type="datetimeFigureOut">
              <a:rPr lang="en-US" smtClean="0"/>
              <a:t>9/26/2026</a:t>
            </a:fld>
            <a:endParaRPr lang="en-US"/>
          </a:p>
        </p:txBody>
      </p:sp>
      <p:sp>
        <p:nvSpPr>
          <p:cNvPr id="6" name="Footer Placeholder 5">
            <a:extLst>
              <a:ext uri="{FF2B5EF4-FFF2-40B4-BE49-F238E27FC236}">
                <a16:creationId xmlns:a16="http://schemas.microsoft.com/office/drawing/2014/main" id="{B09AFB97-A166-2619-44EC-9BECB4A979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381E60-8064-2B76-6D8D-F335BA79C4EE}"/>
              </a:ext>
            </a:extLst>
          </p:cNvPr>
          <p:cNvSpPr>
            <a:spLocks noGrp="1"/>
          </p:cNvSpPr>
          <p:nvPr>
            <p:ph type="sldNum" sz="quarter" idx="12"/>
          </p:nvPr>
        </p:nvSpPr>
        <p:spPr/>
        <p:txBody>
          <a:bodyPr/>
          <a:lstStyle/>
          <a:p>
            <a:fld id="{6E273D90-65B5-47F0-9168-B6B6F04AD25A}" type="slidenum">
              <a:rPr lang="en-US" smtClean="0"/>
              <a:t>‹#›</a:t>
            </a:fld>
            <a:endParaRPr lang="en-US"/>
          </a:p>
        </p:txBody>
      </p:sp>
    </p:spTree>
    <p:extLst>
      <p:ext uri="{BB962C8B-B14F-4D97-AF65-F5344CB8AC3E}">
        <p14:creationId xmlns:p14="http://schemas.microsoft.com/office/powerpoint/2010/main" val="2217587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C874F-4EAC-FA7F-5DC3-29EFE5CBB4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366250-6C51-6A69-0DA7-3BB52E105F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15F3B7F-F369-4012-85DF-1B8B864D12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26EC44-A1B7-9C1D-5062-0042622BBFC9}"/>
              </a:ext>
            </a:extLst>
          </p:cNvPr>
          <p:cNvSpPr>
            <a:spLocks noGrp="1"/>
          </p:cNvSpPr>
          <p:nvPr>
            <p:ph type="dt" sz="half" idx="10"/>
          </p:nvPr>
        </p:nvSpPr>
        <p:spPr/>
        <p:txBody>
          <a:bodyPr/>
          <a:lstStyle/>
          <a:p>
            <a:fld id="{112C1F4F-D874-437E-B7FD-16CF52CB1B95}" type="datetimeFigureOut">
              <a:rPr lang="en-US" smtClean="0"/>
              <a:t>9/26/2026</a:t>
            </a:fld>
            <a:endParaRPr lang="en-US"/>
          </a:p>
        </p:txBody>
      </p:sp>
      <p:sp>
        <p:nvSpPr>
          <p:cNvPr id="6" name="Footer Placeholder 5">
            <a:extLst>
              <a:ext uri="{FF2B5EF4-FFF2-40B4-BE49-F238E27FC236}">
                <a16:creationId xmlns:a16="http://schemas.microsoft.com/office/drawing/2014/main" id="{86A10A01-7442-AC97-5E92-6E3EB04C36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00D2C5-7D1B-4079-430D-91E2713549A1}"/>
              </a:ext>
            </a:extLst>
          </p:cNvPr>
          <p:cNvSpPr>
            <a:spLocks noGrp="1"/>
          </p:cNvSpPr>
          <p:nvPr>
            <p:ph type="sldNum" sz="quarter" idx="12"/>
          </p:nvPr>
        </p:nvSpPr>
        <p:spPr/>
        <p:txBody>
          <a:bodyPr/>
          <a:lstStyle/>
          <a:p>
            <a:fld id="{6E273D90-65B5-47F0-9168-B6B6F04AD25A}" type="slidenum">
              <a:rPr lang="en-US" smtClean="0"/>
              <a:t>‹#›</a:t>
            </a:fld>
            <a:endParaRPr lang="en-US"/>
          </a:p>
        </p:txBody>
      </p:sp>
    </p:spTree>
    <p:extLst>
      <p:ext uri="{BB962C8B-B14F-4D97-AF65-F5344CB8AC3E}">
        <p14:creationId xmlns:p14="http://schemas.microsoft.com/office/powerpoint/2010/main" val="3706712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E554C-2FD6-2F7C-5E07-6154A834DC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0484D4-3285-81F8-E9AE-BBC3E240C4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A2EEC3-D8FC-370B-0BBB-BB3359F5BE84}"/>
              </a:ext>
            </a:extLst>
          </p:cNvPr>
          <p:cNvSpPr>
            <a:spLocks noGrp="1"/>
          </p:cNvSpPr>
          <p:nvPr>
            <p:ph type="dt" sz="half" idx="10"/>
          </p:nvPr>
        </p:nvSpPr>
        <p:spPr/>
        <p:txBody>
          <a:bodyPr/>
          <a:lstStyle/>
          <a:p>
            <a:fld id="{112C1F4F-D874-437E-B7FD-16CF52CB1B95}" type="datetimeFigureOut">
              <a:rPr lang="en-US" smtClean="0"/>
              <a:t>9/26/2026</a:t>
            </a:fld>
            <a:endParaRPr lang="en-US"/>
          </a:p>
        </p:txBody>
      </p:sp>
      <p:sp>
        <p:nvSpPr>
          <p:cNvPr id="5" name="Footer Placeholder 4">
            <a:extLst>
              <a:ext uri="{FF2B5EF4-FFF2-40B4-BE49-F238E27FC236}">
                <a16:creationId xmlns:a16="http://schemas.microsoft.com/office/drawing/2014/main" id="{58742989-832A-3B90-C868-70181A4D24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EFE63D-3E6D-FE70-D09A-12D4BE1E0489}"/>
              </a:ext>
            </a:extLst>
          </p:cNvPr>
          <p:cNvSpPr>
            <a:spLocks noGrp="1"/>
          </p:cNvSpPr>
          <p:nvPr>
            <p:ph type="sldNum" sz="quarter" idx="12"/>
          </p:nvPr>
        </p:nvSpPr>
        <p:spPr/>
        <p:txBody>
          <a:bodyPr/>
          <a:lstStyle/>
          <a:p>
            <a:fld id="{6E273D90-65B5-47F0-9168-B6B6F04AD25A}" type="slidenum">
              <a:rPr lang="en-US" smtClean="0"/>
              <a:t>‹#›</a:t>
            </a:fld>
            <a:endParaRPr lang="en-US"/>
          </a:p>
        </p:txBody>
      </p:sp>
    </p:spTree>
    <p:extLst>
      <p:ext uri="{BB962C8B-B14F-4D97-AF65-F5344CB8AC3E}">
        <p14:creationId xmlns:p14="http://schemas.microsoft.com/office/powerpoint/2010/main" val="386552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189CCB-26EE-5B4E-50A9-AD6F279FBF4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ECE4EB-421D-100C-B990-A8C5F664F6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A36141-4B52-C67A-3776-0B5335DE2893}"/>
              </a:ext>
            </a:extLst>
          </p:cNvPr>
          <p:cNvSpPr>
            <a:spLocks noGrp="1"/>
          </p:cNvSpPr>
          <p:nvPr>
            <p:ph type="dt" sz="half" idx="10"/>
          </p:nvPr>
        </p:nvSpPr>
        <p:spPr/>
        <p:txBody>
          <a:bodyPr/>
          <a:lstStyle/>
          <a:p>
            <a:fld id="{112C1F4F-D874-437E-B7FD-16CF52CB1B95}" type="datetimeFigureOut">
              <a:rPr lang="en-US" smtClean="0"/>
              <a:t>9/26/2026</a:t>
            </a:fld>
            <a:endParaRPr lang="en-US"/>
          </a:p>
        </p:txBody>
      </p:sp>
      <p:sp>
        <p:nvSpPr>
          <p:cNvPr id="5" name="Footer Placeholder 4">
            <a:extLst>
              <a:ext uri="{FF2B5EF4-FFF2-40B4-BE49-F238E27FC236}">
                <a16:creationId xmlns:a16="http://schemas.microsoft.com/office/drawing/2014/main" id="{B2BDB70A-6774-6D7E-80B6-AEF63BF0D4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87A4F9-6B72-A85A-55F9-0EC90A0393DC}"/>
              </a:ext>
            </a:extLst>
          </p:cNvPr>
          <p:cNvSpPr>
            <a:spLocks noGrp="1"/>
          </p:cNvSpPr>
          <p:nvPr>
            <p:ph type="sldNum" sz="quarter" idx="12"/>
          </p:nvPr>
        </p:nvSpPr>
        <p:spPr/>
        <p:txBody>
          <a:bodyPr/>
          <a:lstStyle/>
          <a:p>
            <a:fld id="{6E273D90-65B5-47F0-9168-B6B6F04AD25A}" type="slidenum">
              <a:rPr lang="en-US" smtClean="0"/>
              <a:t>‹#›</a:t>
            </a:fld>
            <a:endParaRPr lang="en-US"/>
          </a:p>
        </p:txBody>
      </p:sp>
    </p:spTree>
    <p:extLst>
      <p:ext uri="{BB962C8B-B14F-4D97-AF65-F5344CB8AC3E}">
        <p14:creationId xmlns:p14="http://schemas.microsoft.com/office/powerpoint/2010/main" val="4239037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5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686F37-6A1E-47C4-28B4-802749A231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17272F-A6F9-0E89-1FD5-13024978EB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B572C1-62E4-4721-A8AF-14485C0D96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12C1F4F-D874-437E-B7FD-16CF52CB1B95}" type="datetimeFigureOut">
              <a:rPr lang="en-US" smtClean="0"/>
              <a:t>9/26/2026</a:t>
            </a:fld>
            <a:endParaRPr lang="en-US"/>
          </a:p>
        </p:txBody>
      </p:sp>
      <p:sp>
        <p:nvSpPr>
          <p:cNvPr id="5" name="Footer Placeholder 4">
            <a:extLst>
              <a:ext uri="{FF2B5EF4-FFF2-40B4-BE49-F238E27FC236}">
                <a16:creationId xmlns:a16="http://schemas.microsoft.com/office/drawing/2014/main" id="{2C259EFD-305D-B59D-1485-644CE496C9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5239B25-4FD5-A539-718D-F96A52A51D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273D90-65B5-47F0-9168-B6B6F04AD25A}" type="slidenum">
              <a:rPr lang="en-US" smtClean="0"/>
              <a:t>‹#›</a:t>
            </a:fld>
            <a:endParaRPr lang="en-US"/>
          </a:p>
        </p:txBody>
      </p:sp>
    </p:spTree>
    <p:extLst>
      <p:ext uri="{BB962C8B-B14F-4D97-AF65-F5344CB8AC3E}">
        <p14:creationId xmlns:p14="http://schemas.microsoft.com/office/powerpoint/2010/main" val="40348124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pitt-my.sharepoint.com/:w:/r/personal/jar550_pitt_edu/Documents/Design%20Study%20Transcriptions.docx?d=we232088fbbe54cebbe182d90e51c80bb&amp;csf=1&amp;web=1&amp;e=TbBeRz"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F88CC-722C-0BEC-72AB-A5507873E175}"/>
              </a:ext>
            </a:extLst>
          </p:cNvPr>
          <p:cNvSpPr>
            <a:spLocks noGrp="1"/>
          </p:cNvSpPr>
          <p:nvPr>
            <p:ph type="ctrTitle"/>
          </p:nvPr>
        </p:nvSpPr>
        <p:spPr>
          <a:xfrm>
            <a:off x="1524000" y="1030702"/>
            <a:ext cx="9144000" cy="2387600"/>
          </a:xfrm>
        </p:spPr>
        <p:txBody>
          <a:bodyPr/>
          <a:lstStyle/>
          <a:p>
            <a:r>
              <a:rPr lang="en-US" b="1" dirty="0">
                <a:solidFill>
                  <a:schemeClr val="bg1"/>
                </a:solidFill>
                <a:latin typeface="Abadi ExtraLight" panose="020F0502020204030204" pitchFamily="34" charset="0"/>
              </a:rPr>
              <a:t>UX Design Study</a:t>
            </a:r>
          </a:p>
        </p:txBody>
      </p:sp>
      <p:sp>
        <p:nvSpPr>
          <p:cNvPr id="3" name="Subtitle 2">
            <a:extLst>
              <a:ext uri="{FF2B5EF4-FFF2-40B4-BE49-F238E27FC236}">
                <a16:creationId xmlns:a16="http://schemas.microsoft.com/office/drawing/2014/main" id="{D73C0E99-1BA5-AF59-C83C-95F9B38F5E81}"/>
              </a:ext>
            </a:extLst>
          </p:cNvPr>
          <p:cNvSpPr>
            <a:spLocks noGrp="1"/>
          </p:cNvSpPr>
          <p:nvPr>
            <p:ph type="subTitle" idx="1"/>
          </p:nvPr>
        </p:nvSpPr>
        <p:spPr/>
        <p:txBody>
          <a:bodyPr/>
          <a:lstStyle/>
          <a:p>
            <a:r>
              <a:rPr lang="en-US" b="1" dirty="0">
                <a:solidFill>
                  <a:schemeClr val="bg1"/>
                </a:solidFill>
                <a:latin typeface="Abadi ExtraLight" panose="020B0204020104020204" pitchFamily="34" charset="0"/>
              </a:rPr>
              <a:t>Javier Rodriguez Espinal</a:t>
            </a:r>
          </a:p>
        </p:txBody>
      </p:sp>
      <p:sp>
        <p:nvSpPr>
          <p:cNvPr id="4" name="Oval 3">
            <a:extLst>
              <a:ext uri="{FF2B5EF4-FFF2-40B4-BE49-F238E27FC236}">
                <a16:creationId xmlns:a16="http://schemas.microsoft.com/office/drawing/2014/main" id="{D0EDEC31-306B-14CE-D4E4-F7848AAB5AF9}"/>
              </a:ext>
            </a:extLst>
          </p:cNvPr>
          <p:cNvSpPr/>
          <p:nvPr/>
        </p:nvSpPr>
        <p:spPr>
          <a:xfrm>
            <a:off x="-1625048" y="4604492"/>
            <a:ext cx="5734878" cy="4507016"/>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2945215E-73F1-07DC-7E72-0D524E4F9DE1}"/>
              </a:ext>
            </a:extLst>
          </p:cNvPr>
          <p:cNvSpPr/>
          <p:nvPr/>
        </p:nvSpPr>
        <p:spPr>
          <a:xfrm>
            <a:off x="-3213651" y="2058678"/>
            <a:ext cx="5734878" cy="4507016"/>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91639D8-9CCE-729C-CAD1-FDAE0C4BBEBF}"/>
              </a:ext>
            </a:extLst>
          </p:cNvPr>
          <p:cNvSpPr/>
          <p:nvPr/>
        </p:nvSpPr>
        <p:spPr>
          <a:xfrm>
            <a:off x="10359059" y="-194830"/>
            <a:ext cx="5734878" cy="4507016"/>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11BE15A-E5B4-0E5F-9AF2-7D50BE03E2E4}"/>
              </a:ext>
            </a:extLst>
          </p:cNvPr>
          <p:cNvSpPr/>
          <p:nvPr/>
        </p:nvSpPr>
        <p:spPr>
          <a:xfrm>
            <a:off x="8504583" y="-2448338"/>
            <a:ext cx="5734878" cy="4507016"/>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7168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903F0EF-DC87-9E96-A6C6-7CF34D101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7403EF-392A-6BAF-51A3-26D87BA425D6}"/>
              </a:ext>
            </a:extLst>
          </p:cNvPr>
          <p:cNvSpPr>
            <a:spLocks noGrp="1"/>
          </p:cNvSpPr>
          <p:nvPr>
            <p:ph type="title"/>
          </p:nvPr>
        </p:nvSpPr>
        <p:spPr>
          <a:xfrm>
            <a:off x="838200" y="3919"/>
            <a:ext cx="10515600" cy="1325563"/>
          </a:xfrm>
        </p:spPr>
        <p:txBody>
          <a:bodyPr/>
          <a:lstStyle/>
          <a:p>
            <a:pPr algn="ctr"/>
            <a:r>
              <a:rPr lang="en-US" b="1" dirty="0">
                <a:solidFill>
                  <a:schemeClr val="bg1"/>
                </a:solidFill>
                <a:latin typeface="Abadi ExtraLight" panose="020B0204020104020204" pitchFamily="34" charset="0"/>
              </a:rPr>
              <a:t>Initial Design Logos</a:t>
            </a:r>
          </a:p>
        </p:txBody>
      </p:sp>
      <p:pic>
        <p:nvPicPr>
          <p:cNvPr id="10" name="Content Placeholder 9">
            <a:extLst>
              <a:ext uri="{FF2B5EF4-FFF2-40B4-BE49-F238E27FC236}">
                <a16:creationId xmlns:a16="http://schemas.microsoft.com/office/drawing/2014/main" id="{BC6C23D7-7931-9F09-DF33-0C8FC3BEC4A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235981" y="1329482"/>
            <a:ext cx="3720038" cy="3720038"/>
          </a:xfrm>
          <a:prstGeom prst="rect">
            <a:avLst/>
          </a:prstGeom>
          <a:ln w="57150">
            <a:solidFill>
              <a:srgbClr val="500000"/>
            </a:solidFill>
          </a:ln>
        </p:spPr>
      </p:pic>
      <p:pic>
        <p:nvPicPr>
          <p:cNvPr id="8" name="Content Placeholder 7">
            <a:extLst>
              <a:ext uri="{FF2B5EF4-FFF2-40B4-BE49-F238E27FC236}">
                <a16:creationId xmlns:a16="http://schemas.microsoft.com/office/drawing/2014/main" id="{20D8F244-0A4B-B7F8-B4B0-1591CC3B437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12485" y="1329482"/>
            <a:ext cx="3720038" cy="3720038"/>
          </a:xfrm>
          <a:prstGeom prst="rect">
            <a:avLst/>
          </a:prstGeom>
          <a:ln w="57150">
            <a:solidFill>
              <a:srgbClr val="500000"/>
            </a:solidFill>
          </a:ln>
        </p:spPr>
      </p:pic>
      <p:pic>
        <p:nvPicPr>
          <p:cNvPr id="4" name="Picture 3">
            <a:extLst>
              <a:ext uri="{FF2B5EF4-FFF2-40B4-BE49-F238E27FC236}">
                <a16:creationId xmlns:a16="http://schemas.microsoft.com/office/drawing/2014/main" id="{F6E394ED-9F73-0E7B-4375-03A44F5AB9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59477" y="1329482"/>
            <a:ext cx="3720038" cy="3720038"/>
          </a:xfrm>
          <a:prstGeom prst="rect">
            <a:avLst/>
          </a:prstGeom>
          <a:ln w="57150">
            <a:solidFill>
              <a:srgbClr val="500000"/>
            </a:solidFill>
          </a:ln>
        </p:spPr>
      </p:pic>
    </p:spTree>
    <p:extLst>
      <p:ext uri="{BB962C8B-B14F-4D97-AF65-F5344CB8AC3E}">
        <p14:creationId xmlns:p14="http://schemas.microsoft.com/office/powerpoint/2010/main" val="2219625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81F44-31A2-3763-B21F-06852045CFF5}"/>
              </a:ext>
            </a:extLst>
          </p:cNvPr>
          <p:cNvSpPr>
            <a:spLocks noGrp="1"/>
          </p:cNvSpPr>
          <p:nvPr>
            <p:ph type="title"/>
          </p:nvPr>
        </p:nvSpPr>
        <p:spPr>
          <a:xfrm>
            <a:off x="838200" y="10590"/>
            <a:ext cx="10515600" cy="1325563"/>
          </a:xfrm>
        </p:spPr>
        <p:txBody>
          <a:bodyPr/>
          <a:lstStyle/>
          <a:p>
            <a:pPr algn="ctr"/>
            <a:r>
              <a:rPr lang="en-US" b="1" dirty="0">
                <a:solidFill>
                  <a:schemeClr val="bg1"/>
                </a:solidFill>
                <a:latin typeface="Abadi ExtraLight" panose="020B0204020104020204" pitchFamily="34" charset="0"/>
              </a:rPr>
              <a:t>UX Research Method</a:t>
            </a:r>
          </a:p>
        </p:txBody>
      </p:sp>
      <p:sp>
        <p:nvSpPr>
          <p:cNvPr id="3" name="Content Placeholder 2">
            <a:extLst>
              <a:ext uri="{FF2B5EF4-FFF2-40B4-BE49-F238E27FC236}">
                <a16:creationId xmlns:a16="http://schemas.microsoft.com/office/drawing/2014/main" id="{219B9282-C581-41B1-8581-E8C2A21B0E45}"/>
              </a:ext>
            </a:extLst>
          </p:cNvPr>
          <p:cNvSpPr>
            <a:spLocks noGrp="1"/>
          </p:cNvSpPr>
          <p:nvPr>
            <p:ph idx="1"/>
          </p:nvPr>
        </p:nvSpPr>
        <p:spPr>
          <a:xfrm>
            <a:off x="362989" y="1186134"/>
            <a:ext cx="11466022" cy="5048123"/>
          </a:xfrm>
        </p:spPr>
        <p:txBody>
          <a:bodyPr>
            <a:normAutofit/>
          </a:bodyPr>
          <a:lstStyle/>
          <a:p>
            <a:pPr marL="0" indent="0">
              <a:buNone/>
            </a:pPr>
            <a:r>
              <a:rPr lang="en-US" sz="2000" dirty="0">
                <a:solidFill>
                  <a:schemeClr val="bg1"/>
                </a:solidFill>
              </a:rPr>
              <a:t>Summary</a:t>
            </a:r>
          </a:p>
          <a:p>
            <a:pPr marL="0" indent="0">
              <a:buNone/>
            </a:pPr>
            <a:r>
              <a:rPr lang="en-US" sz="1800" dirty="0">
                <a:solidFill>
                  <a:schemeClr val="bg1"/>
                </a:solidFill>
              </a:rPr>
              <a:t>To improve my design, three willing participants shared their initial reactions, thoughts, and feelings of the designs. Participant S.B. was given the designs one at a time and asked the same questions for each design. Participant C. was initially given one design to consider and then later shown the other two to compare with the same questions. Participant S. was shown all three designs from the start. The questions for all participants remained the same. </a:t>
            </a:r>
          </a:p>
        </p:txBody>
      </p:sp>
      <p:sp>
        <p:nvSpPr>
          <p:cNvPr id="4" name="Content Placeholder 2">
            <a:extLst>
              <a:ext uri="{FF2B5EF4-FFF2-40B4-BE49-F238E27FC236}">
                <a16:creationId xmlns:a16="http://schemas.microsoft.com/office/drawing/2014/main" id="{05FD5E16-E3C8-22B1-84EF-617407829E1F}"/>
              </a:ext>
            </a:extLst>
          </p:cNvPr>
          <p:cNvSpPr txBox="1">
            <a:spLocks/>
          </p:cNvSpPr>
          <p:nvPr/>
        </p:nvSpPr>
        <p:spPr>
          <a:xfrm>
            <a:off x="362989" y="3153481"/>
            <a:ext cx="3389745" cy="282244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chemeClr val="bg1"/>
                </a:solidFill>
              </a:rPr>
              <a:t>Questions</a:t>
            </a:r>
          </a:p>
          <a:p>
            <a:pPr marL="0" indent="0">
              <a:buFont typeface="Arial" panose="020B0604020202020204" pitchFamily="34" charset="0"/>
              <a:buNone/>
            </a:pPr>
            <a:r>
              <a:rPr lang="en-US" sz="1800" dirty="0">
                <a:solidFill>
                  <a:schemeClr val="bg1"/>
                </a:solidFill>
              </a:rPr>
              <a:t>Visceral:</a:t>
            </a:r>
          </a:p>
          <a:p>
            <a:pPr marL="0" indent="0">
              <a:lnSpc>
                <a:spcPct val="100000"/>
              </a:lnSpc>
              <a:buNone/>
            </a:pPr>
            <a:r>
              <a:rPr lang="en-US" sz="1600" dirty="0">
                <a:solidFill>
                  <a:schemeClr val="bg1"/>
                </a:solidFill>
              </a:rPr>
              <a:t>How does this logo make you feel?</a:t>
            </a:r>
          </a:p>
          <a:p>
            <a:pPr marL="0" indent="0">
              <a:lnSpc>
                <a:spcPct val="100000"/>
              </a:lnSpc>
              <a:buNone/>
            </a:pPr>
            <a:r>
              <a:rPr lang="en-US" sz="1600" dirty="0">
                <a:solidFill>
                  <a:schemeClr val="bg1"/>
                </a:solidFill>
              </a:rPr>
              <a:t>What singular word would you use to describe it?</a:t>
            </a:r>
          </a:p>
          <a:p>
            <a:pPr marL="0" indent="0">
              <a:lnSpc>
                <a:spcPct val="100000"/>
              </a:lnSpc>
              <a:buNone/>
            </a:pPr>
            <a:r>
              <a:rPr lang="en-US" sz="1600" dirty="0">
                <a:solidFill>
                  <a:schemeClr val="bg1"/>
                </a:solidFill>
              </a:rPr>
              <a:t>What draws your attention the most?</a:t>
            </a:r>
          </a:p>
          <a:p>
            <a:pPr marL="0" indent="0">
              <a:lnSpc>
                <a:spcPct val="100000"/>
              </a:lnSpc>
              <a:buNone/>
            </a:pPr>
            <a:r>
              <a:rPr lang="en-US" sz="1600" dirty="0">
                <a:solidFill>
                  <a:schemeClr val="bg1"/>
                </a:solidFill>
              </a:rPr>
              <a:t>At first glance, how do the colors make you feel?</a:t>
            </a:r>
          </a:p>
        </p:txBody>
      </p:sp>
      <p:sp>
        <p:nvSpPr>
          <p:cNvPr id="7" name="Content Placeholder 2">
            <a:extLst>
              <a:ext uri="{FF2B5EF4-FFF2-40B4-BE49-F238E27FC236}">
                <a16:creationId xmlns:a16="http://schemas.microsoft.com/office/drawing/2014/main" id="{1E76B0D0-4ADB-91D4-C552-581FAB44BAA2}"/>
              </a:ext>
            </a:extLst>
          </p:cNvPr>
          <p:cNvSpPr txBox="1">
            <a:spLocks/>
          </p:cNvSpPr>
          <p:nvPr/>
        </p:nvSpPr>
        <p:spPr>
          <a:xfrm>
            <a:off x="4274589" y="3512128"/>
            <a:ext cx="3389745" cy="28224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chemeClr val="bg1"/>
                </a:solidFill>
              </a:rPr>
              <a:t>Behavioral</a:t>
            </a:r>
            <a:r>
              <a:rPr lang="en-US" sz="1600" dirty="0">
                <a:solidFill>
                  <a:schemeClr val="bg1"/>
                </a:solidFill>
              </a:rPr>
              <a:t>:</a:t>
            </a:r>
          </a:p>
          <a:p>
            <a:pPr marL="0" indent="0">
              <a:buNone/>
            </a:pPr>
            <a:r>
              <a:rPr lang="en-US" sz="1600" dirty="0">
                <a:solidFill>
                  <a:schemeClr val="bg1"/>
                </a:solidFill>
              </a:rPr>
              <a:t>How do your eyes move through the design?</a:t>
            </a:r>
          </a:p>
          <a:p>
            <a:pPr marL="0" indent="0">
              <a:buNone/>
            </a:pPr>
            <a:r>
              <a:rPr lang="en-US" sz="1600" dirty="0">
                <a:solidFill>
                  <a:schemeClr val="bg1"/>
                </a:solidFill>
              </a:rPr>
              <a:t>How easy do you think this logo would be to recognize?</a:t>
            </a:r>
          </a:p>
          <a:p>
            <a:pPr marL="0" indent="0">
              <a:buNone/>
            </a:pPr>
            <a:r>
              <a:rPr lang="en-US" sz="1600" dirty="0">
                <a:solidFill>
                  <a:schemeClr val="bg1"/>
                </a:solidFill>
              </a:rPr>
              <a:t>How memorable might this logo be?</a:t>
            </a:r>
          </a:p>
          <a:p>
            <a:pPr marL="0" indent="0">
              <a:buNone/>
            </a:pPr>
            <a:r>
              <a:rPr lang="en-US" sz="1600" dirty="0">
                <a:solidFill>
                  <a:schemeClr val="bg1"/>
                </a:solidFill>
              </a:rPr>
              <a:t>Are the text and colors easy to read and distinguish?</a:t>
            </a:r>
          </a:p>
        </p:txBody>
      </p:sp>
      <p:sp>
        <p:nvSpPr>
          <p:cNvPr id="11" name="Content Placeholder 2">
            <a:extLst>
              <a:ext uri="{FF2B5EF4-FFF2-40B4-BE49-F238E27FC236}">
                <a16:creationId xmlns:a16="http://schemas.microsoft.com/office/drawing/2014/main" id="{DC3A1B55-B581-D267-9382-A7EAB82CE5B2}"/>
              </a:ext>
            </a:extLst>
          </p:cNvPr>
          <p:cNvSpPr txBox="1">
            <a:spLocks/>
          </p:cNvSpPr>
          <p:nvPr/>
        </p:nvSpPr>
        <p:spPr>
          <a:xfrm>
            <a:off x="8186189" y="3512128"/>
            <a:ext cx="3389745" cy="2822448"/>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300" dirty="0">
                <a:solidFill>
                  <a:schemeClr val="bg1"/>
                </a:solidFill>
              </a:rPr>
              <a:t>Reflective:</a:t>
            </a:r>
          </a:p>
          <a:p>
            <a:pPr marL="0" indent="0">
              <a:buNone/>
            </a:pPr>
            <a:r>
              <a:rPr lang="en-US" sz="2900" dirty="0">
                <a:solidFill>
                  <a:schemeClr val="bg1"/>
                </a:solidFill>
              </a:rPr>
              <a:t>Are any of these logos repetitive?</a:t>
            </a:r>
          </a:p>
          <a:p>
            <a:pPr marL="0" indent="0">
              <a:buNone/>
            </a:pPr>
            <a:r>
              <a:rPr lang="en-US" sz="2900" dirty="0">
                <a:solidFill>
                  <a:schemeClr val="bg1"/>
                </a:solidFill>
              </a:rPr>
              <a:t>Would you prefer simpler logo designs?</a:t>
            </a:r>
          </a:p>
          <a:p>
            <a:pPr marL="0" indent="0">
              <a:buNone/>
            </a:pPr>
            <a:r>
              <a:rPr lang="en-US" sz="2900" dirty="0">
                <a:solidFill>
                  <a:schemeClr val="bg1"/>
                </a:solidFill>
              </a:rPr>
              <a:t>Does the purpose of this logo come across clearly to represent me as an individual? </a:t>
            </a:r>
          </a:p>
          <a:p>
            <a:pPr marL="0" indent="0">
              <a:buNone/>
            </a:pPr>
            <a:r>
              <a:rPr lang="en-US" sz="2900" dirty="0">
                <a:solidFill>
                  <a:schemeClr val="bg1"/>
                </a:solidFill>
              </a:rPr>
              <a:t>If this design were on a storefront, what kind of business would you expect it to be?</a:t>
            </a:r>
          </a:p>
          <a:p>
            <a:pPr marL="0" indent="0">
              <a:buNone/>
            </a:pPr>
            <a:r>
              <a:rPr lang="en-US" sz="2900" dirty="0">
                <a:solidFill>
                  <a:schemeClr val="bg1"/>
                </a:solidFill>
              </a:rPr>
              <a:t>If this design was on a product, would you buy it?</a:t>
            </a:r>
          </a:p>
        </p:txBody>
      </p:sp>
    </p:spTree>
    <p:extLst>
      <p:ext uri="{BB962C8B-B14F-4D97-AF65-F5344CB8AC3E}">
        <p14:creationId xmlns:p14="http://schemas.microsoft.com/office/powerpoint/2010/main" val="3879371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EF425-B18B-572B-DB28-DE592C2258BA}"/>
              </a:ext>
            </a:extLst>
          </p:cNvPr>
          <p:cNvSpPr>
            <a:spLocks noGrp="1"/>
          </p:cNvSpPr>
          <p:nvPr>
            <p:ph type="title"/>
          </p:nvPr>
        </p:nvSpPr>
        <p:spPr>
          <a:xfrm>
            <a:off x="752147" y="0"/>
            <a:ext cx="10515600" cy="1016000"/>
          </a:xfrm>
        </p:spPr>
        <p:txBody>
          <a:bodyPr vert="horz" lIns="91440" tIns="45720" rIns="91440" bIns="45720" rtlCol="0" anchor="ctr">
            <a:noAutofit/>
          </a:bodyPr>
          <a:lstStyle/>
          <a:p>
            <a:pPr algn="ctr"/>
            <a:r>
              <a:rPr lang="en-US" b="1" dirty="0">
                <a:solidFill>
                  <a:schemeClr val="bg1"/>
                </a:solidFill>
                <a:latin typeface="Abadi ExtraLight" panose="020B0204020104020204" pitchFamily="34" charset="0"/>
              </a:rPr>
              <a:t>Participants</a:t>
            </a:r>
          </a:p>
        </p:txBody>
      </p:sp>
      <p:pic>
        <p:nvPicPr>
          <p:cNvPr id="11" name="Content Placeholder 10" descr="User Icon Vector Art, Icons, and Graphics for Free Download">
            <a:extLst>
              <a:ext uri="{FF2B5EF4-FFF2-40B4-BE49-F238E27FC236}">
                <a16:creationId xmlns:a16="http://schemas.microsoft.com/office/drawing/2014/main" id="{6A461D9B-96A3-3DA9-837F-CB377B4EB360}"/>
              </a:ext>
            </a:extLst>
          </p:cNvPr>
          <p:cNvPicPr>
            <a:picLocks noGrp="1" noChangeAspect="1"/>
          </p:cNvPicPr>
          <p:nvPr>
            <p:ph idx="1"/>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colorTemperature colorTemp="4700"/>
                    </a14:imgEffect>
                  </a14:imgLayer>
                </a14:imgProps>
              </a:ext>
            </a:extLst>
          </a:blip>
          <a:stretch>
            <a:fillRect/>
          </a:stretch>
        </p:blipFill>
        <p:spPr>
          <a:xfrm>
            <a:off x="4967496" y="1681452"/>
            <a:ext cx="2257007" cy="2257007"/>
          </a:xfrm>
          <a:prstGeom prst="rect">
            <a:avLst/>
          </a:prstGeom>
          <a:solidFill>
            <a:schemeClr val="accent2"/>
          </a:solidFill>
          <a:ln w="57150">
            <a:solidFill>
              <a:srgbClr val="760000"/>
            </a:solidFill>
          </a:ln>
        </p:spPr>
      </p:pic>
      <p:pic>
        <p:nvPicPr>
          <p:cNvPr id="12" name="Picture 11" descr="User Icon Vector Art, Icons, and Graphics for Free Download">
            <a:extLst>
              <a:ext uri="{FF2B5EF4-FFF2-40B4-BE49-F238E27FC236}">
                <a16:creationId xmlns:a16="http://schemas.microsoft.com/office/drawing/2014/main" id="{326C6C5D-ED61-310E-B26F-3D7FDAAE4167}"/>
              </a:ext>
            </a:extLst>
          </p:cNvPr>
          <p:cNvPicPr>
            <a:picLocks noChangeAspect="1"/>
          </p:cNvPicPr>
          <p:nvPr/>
        </p:nvPicPr>
        <p:blipFill>
          <a:blip r:embed="rId4">
            <a:duotone>
              <a:prstClr val="black"/>
              <a:schemeClr val="accent3">
                <a:tint val="45000"/>
                <a:satMod val="400000"/>
              </a:schemeClr>
            </a:duotone>
          </a:blip>
          <a:stretch>
            <a:fillRect/>
          </a:stretch>
        </p:blipFill>
        <p:spPr>
          <a:xfrm>
            <a:off x="924252" y="1681451"/>
            <a:ext cx="2257007" cy="2257007"/>
          </a:xfrm>
          <a:prstGeom prst="rect">
            <a:avLst/>
          </a:prstGeom>
          <a:ln w="57150">
            <a:solidFill>
              <a:srgbClr val="760000"/>
            </a:solidFill>
          </a:ln>
        </p:spPr>
      </p:pic>
      <p:pic>
        <p:nvPicPr>
          <p:cNvPr id="13" name="Picture 12" descr="User Icon Vector Art, Icons, and Graphics for Free Download">
            <a:extLst>
              <a:ext uri="{FF2B5EF4-FFF2-40B4-BE49-F238E27FC236}">
                <a16:creationId xmlns:a16="http://schemas.microsoft.com/office/drawing/2014/main" id="{71FFA95D-CB4B-15A8-A926-F4D30F81FD96}"/>
              </a:ext>
            </a:extLst>
          </p:cNvPr>
          <p:cNvPicPr>
            <a:picLocks noChangeAspect="1"/>
          </p:cNvPicPr>
          <p:nvPr/>
        </p:nvPicPr>
        <p:blipFill>
          <a:blip r:embed="rId5">
            <a:extLst>
              <a:ext uri="{BEBA8EAE-BF5A-486C-A8C5-ECC9F3942E4B}">
                <a14:imgProps xmlns:a14="http://schemas.microsoft.com/office/drawing/2010/main">
                  <a14:imgLayer r:embed="rId3">
                    <a14:imgEffect>
                      <a14:colorTemperature colorTemp="11200"/>
                    </a14:imgEffect>
                    <a14:imgEffect>
                      <a14:saturation sat="400000"/>
                    </a14:imgEffect>
                  </a14:imgLayer>
                </a14:imgProps>
              </a:ext>
            </a:extLst>
          </a:blip>
          <a:stretch>
            <a:fillRect/>
          </a:stretch>
        </p:blipFill>
        <p:spPr>
          <a:xfrm>
            <a:off x="9010740" y="1681451"/>
            <a:ext cx="2257007" cy="2257007"/>
          </a:xfrm>
          <a:prstGeom prst="rect">
            <a:avLst/>
          </a:prstGeom>
          <a:solidFill>
            <a:schemeClr val="accent3">
              <a:lumMod val="75000"/>
            </a:schemeClr>
          </a:solidFill>
          <a:ln w="57150">
            <a:solidFill>
              <a:srgbClr val="760000"/>
            </a:solidFill>
          </a:ln>
        </p:spPr>
      </p:pic>
      <p:sp>
        <p:nvSpPr>
          <p:cNvPr id="14" name="TextBox 13">
            <a:extLst>
              <a:ext uri="{FF2B5EF4-FFF2-40B4-BE49-F238E27FC236}">
                <a16:creationId xmlns:a16="http://schemas.microsoft.com/office/drawing/2014/main" id="{2AA309D9-A21B-19E8-010A-6C81AE0E1341}"/>
              </a:ext>
            </a:extLst>
          </p:cNvPr>
          <p:cNvSpPr txBox="1"/>
          <p:nvPr/>
        </p:nvSpPr>
        <p:spPr>
          <a:xfrm>
            <a:off x="752147" y="4083182"/>
            <a:ext cx="2429112" cy="2539157"/>
          </a:xfrm>
          <a:prstGeom prst="rect">
            <a:avLst/>
          </a:prstGeom>
          <a:noFill/>
        </p:spPr>
        <p:txBody>
          <a:bodyPr wrap="square" rtlCol="0">
            <a:spAutoFit/>
          </a:bodyPr>
          <a:lstStyle/>
          <a:p>
            <a:pPr algn="ctr"/>
            <a:r>
              <a:rPr lang="en-US" dirty="0">
                <a:solidFill>
                  <a:schemeClr val="bg1"/>
                </a:solidFill>
              </a:rPr>
              <a:t>S.B.</a:t>
            </a:r>
          </a:p>
          <a:p>
            <a:pPr algn="ctr"/>
            <a:r>
              <a:rPr lang="en-US" dirty="0">
                <a:solidFill>
                  <a:schemeClr val="bg1"/>
                </a:solidFill>
              </a:rPr>
              <a:t>Significant Other</a:t>
            </a:r>
          </a:p>
          <a:p>
            <a:pPr algn="ctr"/>
            <a:endParaRPr lang="en-US" sz="800" dirty="0">
              <a:solidFill>
                <a:schemeClr val="bg1"/>
              </a:solidFill>
            </a:endParaRPr>
          </a:p>
          <a:p>
            <a:pPr marL="285750" indent="-285750" algn="ctr">
              <a:buFont typeface="Arial" panose="020B0604020202020204" pitchFamily="34" charset="0"/>
              <a:buChar char="•"/>
            </a:pPr>
            <a:r>
              <a:rPr lang="en-US" sz="1600" dirty="0">
                <a:solidFill>
                  <a:schemeClr val="bg1"/>
                </a:solidFill>
              </a:rPr>
              <a:t>“encompasses like the field of STEM “  </a:t>
            </a:r>
          </a:p>
          <a:p>
            <a:pPr marL="285750" indent="-285750" algn="ctr">
              <a:buFont typeface="Arial" panose="020B0604020202020204" pitchFamily="34" charset="0"/>
              <a:buChar char="•"/>
            </a:pPr>
            <a:r>
              <a:rPr lang="en-US" sz="1600" dirty="0">
                <a:solidFill>
                  <a:schemeClr val="bg1"/>
                </a:solidFill>
              </a:rPr>
              <a:t>“to add a little bit of pop of color”</a:t>
            </a:r>
          </a:p>
          <a:p>
            <a:pPr marL="285750" indent="-285750" algn="ctr">
              <a:buFont typeface="Arial" panose="020B0604020202020204" pitchFamily="34" charset="0"/>
              <a:buChar char="•"/>
            </a:pPr>
            <a:r>
              <a:rPr lang="en-US" sz="1600" dirty="0">
                <a:solidFill>
                  <a:schemeClr val="bg1"/>
                </a:solidFill>
              </a:rPr>
              <a:t>“and I also like this one still had like the neuron pathways”</a:t>
            </a:r>
          </a:p>
        </p:txBody>
      </p:sp>
      <p:sp>
        <p:nvSpPr>
          <p:cNvPr id="16" name="TextBox 15">
            <a:extLst>
              <a:ext uri="{FF2B5EF4-FFF2-40B4-BE49-F238E27FC236}">
                <a16:creationId xmlns:a16="http://schemas.microsoft.com/office/drawing/2014/main" id="{D9439BFA-7C23-DE69-9CB9-B2A943AE2385}"/>
              </a:ext>
            </a:extLst>
          </p:cNvPr>
          <p:cNvSpPr txBox="1"/>
          <p:nvPr/>
        </p:nvSpPr>
        <p:spPr>
          <a:xfrm>
            <a:off x="4855172" y="4083182"/>
            <a:ext cx="2429112" cy="2923877"/>
          </a:xfrm>
          <a:prstGeom prst="rect">
            <a:avLst/>
          </a:prstGeom>
          <a:noFill/>
        </p:spPr>
        <p:txBody>
          <a:bodyPr wrap="square" rtlCol="0">
            <a:spAutoFit/>
          </a:bodyPr>
          <a:lstStyle/>
          <a:p>
            <a:pPr algn="ctr"/>
            <a:r>
              <a:rPr lang="en-US" dirty="0">
                <a:solidFill>
                  <a:schemeClr val="bg1"/>
                </a:solidFill>
              </a:rPr>
              <a:t>C.</a:t>
            </a:r>
          </a:p>
          <a:p>
            <a:pPr algn="ctr"/>
            <a:r>
              <a:rPr lang="en-US" dirty="0">
                <a:solidFill>
                  <a:schemeClr val="bg1"/>
                </a:solidFill>
              </a:rPr>
              <a:t>Friend</a:t>
            </a:r>
          </a:p>
          <a:p>
            <a:pPr algn="ctr"/>
            <a:endParaRPr lang="en-US" sz="800" dirty="0">
              <a:solidFill>
                <a:schemeClr val="bg1"/>
              </a:solidFill>
            </a:endParaRPr>
          </a:p>
          <a:p>
            <a:pPr marL="285750" indent="-285750">
              <a:buFont typeface="Arial" panose="020B0604020202020204" pitchFamily="34" charset="0"/>
              <a:buChar char="•"/>
            </a:pPr>
            <a:r>
              <a:rPr lang="en-US" sz="1600" dirty="0">
                <a:solidFill>
                  <a:schemeClr val="bg1"/>
                </a:solidFill>
              </a:rPr>
              <a:t>“colors make me feel like it's significant”</a:t>
            </a:r>
          </a:p>
          <a:p>
            <a:pPr marL="285750" indent="-285750">
              <a:buFont typeface="Arial" panose="020B0604020202020204" pitchFamily="34" charset="0"/>
              <a:buChar char="•"/>
            </a:pPr>
            <a:r>
              <a:rPr lang="en-US" sz="1600" dirty="0">
                <a:solidFill>
                  <a:schemeClr val="bg1"/>
                </a:solidFill>
              </a:rPr>
              <a:t>“What draws my attention the most, again, it's the red background on R-tech”</a:t>
            </a:r>
          </a:p>
          <a:p>
            <a:pPr marL="285750" indent="-285750">
              <a:buFont typeface="Arial" panose="020B0604020202020204" pitchFamily="34" charset="0"/>
              <a:buChar char="•"/>
            </a:pPr>
            <a:r>
              <a:rPr lang="en-US" sz="1600" dirty="0">
                <a:solidFill>
                  <a:schemeClr val="bg1"/>
                </a:solidFill>
              </a:rPr>
              <a:t> because it's in bold</a:t>
            </a:r>
          </a:p>
          <a:p>
            <a:pPr marL="285750" indent="-285750" algn="ctr">
              <a:buFont typeface="Arial" panose="020B0604020202020204" pitchFamily="34" charset="0"/>
              <a:buChar char="•"/>
            </a:pPr>
            <a:endParaRPr lang="en-US" sz="1200" dirty="0">
              <a:solidFill>
                <a:schemeClr val="bg1"/>
              </a:solidFill>
            </a:endParaRPr>
          </a:p>
        </p:txBody>
      </p:sp>
      <p:sp>
        <p:nvSpPr>
          <p:cNvPr id="19" name="TextBox 18">
            <a:extLst>
              <a:ext uri="{FF2B5EF4-FFF2-40B4-BE49-F238E27FC236}">
                <a16:creationId xmlns:a16="http://schemas.microsoft.com/office/drawing/2014/main" id="{52DF992B-9084-DA51-3A09-DC64E38AE17C}"/>
              </a:ext>
            </a:extLst>
          </p:cNvPr>
          <p:cNvSpPr txBox="1"/>
          <p:nvPr/>
        </p:nvSpPr>
        <p:spPr>
          <a:xfrm>
            <a:off x="8885383" y="4083182"/>
            <a:ext cx="2763982" cy="2677656"/>
          </a:xfrm>
          <a:prstGeom prst="rect">
            <a:avLst/>
          </a:prstGeom>
          <a:noFill/>
        </p:spPr>
        <p:txBody>
          <a:bodyPr wrap="square" rtlCol="0">
            <a:spAutoFit/>
          </a:bodyPr>
          <a:lstStyle/>
          <a:p>
            <a:pPr algn="ctr"/>
            <a:r>
              <a:rPr lang="en-US" dirty="0">
                <a:solidFill>
                  <a:schemeClr val="bg1"/>
                </a:solidFill>
              </a:rPr>
              <a:t>S.</a:t>
            </a:r>
          </a:p>
          <a:p>
            <a:pPr algn="ctr"/>
            <a:r>
              <a:rPr lang="en-US" dirty="0">
                <a:solidFill>
                  <a:schemeClr val="bg1"/>
                </a:solidFill>
              </a:rPr>
              <a:t>Classmate</a:t>
            </a:r>
          </a:p>
          <a:p>
            <a:pPr algn="ctr"/>
            <a:endParaRPr lang="en-US" sz="1600" dirty="0">
              <a:solidFill>
                <a:schemeClr val="bg1"/>
              </a:solidFill>
            </a:endParaRPr>
          </a:p>
          <a:p>
            <a:pPr marL="285750" indent="-285750">
              <a:buFont typeface="Arial" panose="020B0604020202020204" pitchFamily="34" charset="0"/>
              <a:buChar char="•"/>
            </a:pPr>
            <a:r>
              <a:rPr lang="en-US" sz="1600" dirty="0">
                <a:solidFill>
                  <a:schemeClr val="bg1"/>
                </a:solidFill>
              </a:rPr>
              <a:t>“the black plays a big part And with me correlating it as a research</a:t>
            </a:r>
            <a:r>
              <a:rPr lang="en-US" dirty="0">
                <a:solidFill>
                  <a:schemeClr val="bg1"/>
                </a:solidFill>
              </a:rPr>
              <a:t>”</a:t>
            </a:r>
          </a:p>
          <a:p>
            <a:pPr marL="285750" indent="-285750">
              <a:buFont typeface="Arial" panose="020B0604020202020204" pitchFamily="34" charset="0"/>
              <a:buChar char="•"/>
            </a:pPr>
            <a:r>
              <a:rPr lang="en-US" dirty="0">
                <a:solidFill>
                  <a:schemeClr val="bg1"/>
                </a:solidFill>
              </a:rPr>
              <a:t>“</a:t>
            </a:r>
            <a:r>
              <a:rPr lang="en-US" sz="1600" dirty="0">
                <a:solidFill>
                  <a:schemeClr val="bg1"/>
                </a:solidFill>
              </a:rPr>
              <a:t>the Art Tech, the motherboard”</a:t>
            </a:r>
          </a:p>
          <a:p>
            <a:pPr marL="285750" indent="-285750">
              <a:buFont typeface="Arial" panose="020B0604020202020204" pitchFamily="34" charset="0"/>
              <a:buChar char="•"/>
            </a:pPr>
            <a:r>
              <a:rPr lang="en-US" sz="1600" dirty="0">
                <a:solidFill>
                  <a:schemeClr val="bg1"/>
                </a:solidFill>
              </a:rPr>
              <a:t>“the Art Tech, the motherboard”</a:t>
            </a:r>
            <a:endParaRPr lang="en-US" sz="1400" dirty="0">
              <a:solidFill>
                <a:schemeClr val="bg1"/>
              </a:solidFill>
            </a:endParaRPr>
          </a:p>
        </p:txBody>
      </p:sp>
    </p:spTree>
    <p:extLst>
      <p:ext uri="{BB962C8B-B14F-4D97-AF65-F5344CB8AC3E}">
        <p14:creationId xmlns:p14="http://schemas.microsoft.com/office/powerpoint/2010/main" val="458505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2DDF0-E860-707D-AF58-E1FF56CD3202}"/>
              </a:ext>
            </a:extLst>
          </p:cNvPr>
          <p:cNvSpPr>
            <a:spLocks noGrp="1"/>
          </p:cNvSpPr>
          <p:nvPr>
            <p:ph type="title"/>
          </p:nvPr>
        </p:nvSpPr>
        <p:spPr>
          <a:xfrm>
            <a:off x="838200" y="0"/>
            <a:ext cx="10515600" cy="1325563"/>
          </a:xfrm>
        </p:spPr>
        <p:txBody>
          <a:bodyPr/>
          <a:lstStyle/>
          <a:p>
            <a:pPr algn="ctr"/>
            <a:r>
              <a:rPr lang="en-US" b="1" dirty="0">
                <a:solidFill>
                  <a:schemeClr val="bg1"/>
                </a:solidFill>
                <a:latin typeface="Abadi ExtraLight" panose="020B0204020104020204" pitchFamily="34" charset="0"/>
              </a:rPr>
              <a:t>Final Design Logo</a:t>
            </a:r>
          </a:p>
        </p:txBody>
      </p:sp>
      <p:pic>
        <p:nvPicPr>
          <p:cNvPr id="5" name="Content Placeholder 4">
            <a:extLst>
              <a:ext uri="{FF2B5EF4-FFF2-40B4-BE49-F238E27FC236}">
                <a16:creationId xmlns:a16="http://schemas.microsoft.com/office/drawing/2014/main" id="{5BC92BA9-CD70-B865-68B0-141FAC04A3DD}"/>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4700"/>
                    </a14:imgEffect>
                    <a14:imgEffect>
                      <a14:saturation sat="66000"/>
                    </a14:imgEffect>
                  </a14:imgLayer>
                </a14:imgProps>
              </a:ext>
              <a:ext uri="{28A0092B-C50C-407E-A947-70E740481C1C}">
                <a14:useLocalDpi xmlns:a14="http://schemas.microsoft.com/office/drawing/2010/main" val="0"/>
              </a:ext>
            </a:extLst>
          </a:blip>
          <a:stretch>
            <a:fillRect/>
          </a:stretch>
        </p:blipFill>
        <p:spPr>
          <a:xfrm>
            <a:off x="3920331" y="1613189"/>
            <a:ext cx="4351338" cy="4351338"/>
          </a:xfrm>
          <a:prstGeom prst="rect">
            <a:avLst/>
          </a:prstGeom>
          <a:ln w="57150">
            <a:solidFill>
              <a:srgbClr val="760000"/>
            </a:solidFill>
          </a:ln>
        </p:spPr>
      </p:pic>
    </p:spTree>
    <p:extLst>
      <p:ext uri="{BB962C8B-B14F-4D97-AF65-F5344CB8AC3E}">
        <p14:creationId xmlns:p14="http://schemas.microsoft.com/office/powerpoint/2010/main" val="3866486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0812F-C82F-3F55-B778-0A6494A7CD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AE6C00-E994-C9BA-40BB-1BBFE73A4F59}"/>
              </a:ext>
            </a:extLst>
          </p:cNvPr>
          <p:cNvSpPr>
            <a:spLocks noGrp="1"/>
          </p:cNvSpPr>
          <p:nvPr>
            <p:ph type="title"/>
          </p:nvPr>
        </p:nvSpPr>
        <p:spPr>
          <a:xfrm>
            <a:off x="838200" y="18255"/>
            <a:ext cx="10515600" cy="1325563"/>
          </a:xfrm>
        </p:spPr>
        <p:txBody>
          <a:bodyPr/>
          <a:lstStyle/>
          <a:p>
            <a:pPr algn="ctr"/>
            <a:r>
              <a:rPr lang="en-US" b="1" dirty="0">
                <a:solidFill>
                  <a:schemeClr val="bg1"/>
                </a:solidFill>
                <a:latin typeface="Abadi ExtraLight" panose="020B0204020104020204" pitchFamily="34" charset="0"/>
              </a:rPr>
              <a:t>Sources</a:t>
            </a:r>
          </a:p>
        </p:txBody>
      </p:sp>
      <p:sp>
        <p:nvSpPr>
          <p:cNvPr id="3" name="Content Placeholder 2">
            <a:extLst>
              <a:ext uri="{FF2B5EF4-FFF2-40B4-BE49-F238E27FC236}">
                <a16:creationId xmlns:a16="http://schemas.microsoft.com/office/drawing/2014/main" id="{A74EA5D4-92B5-3258-0D37-DB033B64AAFC}"/>
              </a:ext>
            </a:extLst>
          </p:cNvPr>
          <p:cNvSpPr>
            <a:spLocks noGrp="1"/>
          </p:cNvSpPr>
          <p:nvPr>
            <p:ph idx="1"/>
          </p:nvPr>
        </p:nvSpPr>
        <p:spPr>
          <a:xfrm>
            <a:off x="838200" y="1343818"/>
            <a:ext cx="10515600" cy="4351338"/>
          </a:xfrm>
        </p:spPr>
        <p:txBody>
          <a:bodyPr/>
          <a:lstStyle/>
          <a:p>
            <a:r>
              <a:rPr lang="en-US" dirty="0">
                <a:solidFill>
                  <a:schemeClr val="bg1"/>
                </a:solidFill>
                <a:hlinkClick r:id="rId2">
                  <a:extLst>
                    <a:ext uri="{A12FA001-AC4F-418D-AE19-62706E023703}">
                      <ahyp:hlinkClr xmlns:ahyp="http://schemas.microsoft.com/office/drawing/2018/hyperlinkcolor" val="tx"/>
                    </a:ext>
                  </a:extLst>
                </a:hlinkClick>
              </a:rPr>
              <a:t>Design Study Transcriptions</a:t>
            </a:r>
            <a:r>
              <a:rPr lang="en-US">
                <a:solidFill>
                  <a:schemeClr val="bg1"/>
                </a:solidFill>
                <a:hlinkClick r:id="rId2">
                  <a:extLst>
                    <a:ext uri="{A12FA001-AC4F-418D-AE19-62706E023703}">
                      <ahyp:hlinkClr xmlns:ahyp="http://schemas.microsoft.com/office/drawing/2018/hyperlinkcolor" val="tx"/>
                    </a:ext>
                  </a:extLst>
                </a:hlinkClick>
              </a:rPr>
              <a:t>.docx</a:t>
            </a:r>
            <a:endParaRPr lang="en-US">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9084506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ef9f489-e0a0-4eeb-87cc-3a526112fd0d}" enabled="0" method="" siteId="{9ef9f489-e0a0-4eeb-87cc-3a526112fd0d}" removed="1"/>
</clbl:labelList>
</file>

<file path=docProps/app.xml><?xml version="1.0" encoding="utf-8"?>
<Properties xmlns="http://schemas.openxmlformats.org/officeDocument/2006/extended-properties" xmlns:vt="http://schemas.openxmlformats.org/officeDocument/2006/docPropsVTypes">
  <TotalTime>1567</TotalTime>
  <Words>364</Words>
  <Application>Microsoft Office PowerPoint</Application>
  <PresentationFormat>Widescreen</PresentationFormat>
  <Paragraphs>45</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Abadi ExtraLight</vt:lpstr>
      <vt:lpstr>Aptos</vt:lpstr>
      <vt:lpstr>Aptos Display</vt:lpstr>
      <vt:lpstr>Arial</vt:lpstr>
      <vt:lpstr>Office Theme</vt:lpstr>
      <vt:lpstr>UX Design Study</vt:lpstr>
      <vt:lpstr>Initial Design Logos</vt:lpstr>
      <vt:lpstr>UX Research Method</vt:lpstr>
      <vt:lpstr>Participants</vt:lpstr>
      <vt:lpstr>Final Design Logo</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Rodriguez Espinal, Javier</dc:creator>
  <cp:lastModifiedBy>Rodriguez Espinal, Javier</cp:lastModifiedBy>
  <cp:revision>1</cp:revision>
  <dcterms:created xsi:type="dcterms:W3CDTF">2026-09-15T15:45:39Z</dcterms:created>
  <dcterms:modified xsi:type="dcterms:W3CDTF">2026-09-28T00:44:48Z</dcterms:modified>
</cp:coreProperties>
</file>